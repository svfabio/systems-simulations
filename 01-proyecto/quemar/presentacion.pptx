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Space Mono"/>
      <p:regular r:id="rId17"/>
      <p:bold r:id="rId18"/>
      <p:italic r:id="rId19"/>
      <p:boldItalic r:id="rId20"/>
    </p:embeddedFont>
    <p:embeddedFont>
      <p:font typeface="Noto Sans Symbols"/>
      <p:regular r:id="rId21"/>
      <p:bold r:id="rId22"/>
    </p:embeddedFont>
    <p:embeddedFont>
      <p:font typeface="Archiv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nMYRzmKKQnOCOtBJn3zE3H5PP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Mono-boldItalic.fntdata"/><Relationship Id="rId22" Type="http://schemas.openxmlformats.org/officeDocument/2006/relationships/font" Target="fonts/NotoSansSymbols-bold.fntdata"/><Relationship Id="rId21" Type="http://schemas.openxmlformats.org/officeDocument/2006/relationships/font" Target="fonts/NotoSansSymbols-regular.fntdata"/><Relationship Id="rId24" Type="http://schemas.openxmlformats.org/officeDocument/2006/relationships/font" Target="fonts/Archivo-bold.fntdata"/><Relationship Id="rId23" Type="http://schemas.openxmlformats.org/officeDocument/2006/relationships/font" Target="fonts/Archiv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Archivo-boldItalic.fntdata"/><Relationship Id="rId25" Type="http://schemas.openxmlformats.org/officeDocument/2006/relationships/font" Target="fonts/Archiv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paceMono-regular.fntdata"/><Relationship Id="rId16" Type="http://schemas.openxmlformats.org/officeDocument/2006/relationships/slide" Target="slides/slide11.xml"/><Relationship Id="rId19" Type="http://schemas.openxmlformats.org/officeDocument/2006/relationships/font" Target="fonts/SpaceMono-italic.fntdata"/><Relationship Id="rId18" Type="http://schemas.openxmlformats.org/officeDocument/2006/relationships/font" Target="fonts/Space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43876633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a43876633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a43876633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a4387663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a4387663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a438766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3071880" y="598320"/>
            <a:ext cx="2999520" cy="87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3071880" y="598320"/>
            <a:ext cx="2999520" cy="87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0"/>
          <p:cNvGrpSpPr/>
          <p:nvPr/>
        </p:nvGrpSpPr>
        <p:grpSpPr>
          <a:xfrm>
            <a:off x="-185760" y="43200"/>
            <a:ext cx="9683280" cy="5348880"/>
            <a:chOff x="-185760" y="43200"/>
            <a:chExt cx="9683280" cy="5348880"/>
          </a:xfrm>
        </p:grpSpPr>
        <p:grpSp>
          <p:nvGrpSpPr>
            <p:cNvPr id="7" name="Google Shape;7;p10"/>
            <p:cNvGrpSpPr/>
            <p:nvPr/>
          </p:nvGrpSpPr>
          <p:grpSpPr>
            <a:xfrm>
              <a:off x="-185760" y="4182480"/>
              <a:ext cx="9329400" cy="1209600"/>
              <a:chOff x="-185760" y="4182480"/>
              <a:chExt cx="9329400" cy="1209600"/>
            </a:xfrm>
          </p:grpSpPr>
          <p:sp>
            <p:nvSpPr>
              <p:cNvPr id="8" name="Google Shape;8;p10"/>
              <p:cNvSpPr/>
              <p:nvPr/>
            </p:nvSpPr>
            <p:spPr>
              <a:xfrm>
                <a:off x="-185760" y="4623120"/>
                <a:ext cx="9329400" cy="768960"/>
              </a:xfrm>
              <a:custGeom>
                <a:rect b="b" l="l" r="r" t="t"/>
                <a:pathLst>
                  <a:path extrusionOk="0" h="5140" w="62323">
                    <a:moveTo>
                      <a:pt x="35015" y="1"/>
                    </a:moveTo>
                    <a:lnTo>
                      <a:pt x="32767" y="2249"/>
                    </a:lnTo>
                    <a:lnTo>
                      <a:pt x="0" y="2249"/>
                    </a:lnTo>
                    <a:lnTo>
                      <a:pt x="0" y="2311"/>
                    </a:lnTo>
                    <a:lnTo>
                      <a:pt x="32794" y="2311"/>
                    </a:lnTo>
                    <a:lnTo>
                      <a:pt x="35042" y="63"/>
                    </a:lnTo>
                    <a:lnTo>
                      <a:pt x="44864" y="63"/>
                    </a:lnTo>
                    <a:lnTo>
                      <a:pt x="49940" y="5139"/>
                    </a:lnTo>
                    <a:lnTo>
                      <a:pt x="62323" y="5139"/>
                    </a:lnTo>
                    <a:lnTo>
                      <a:pt x="62323" y="5068"/>
                    </a:lnTo>
                    <a:lnTo>
                      <a:pt x="49967" y="5068"/>
                    </a:lnTo>
                    <a:lnTo>
                      <a:pt x="448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" name="Google Shape;9;p10"/>
              <p:cNvSpPr/>
              <p:nvPr/>
            </p:nvSpPr>
            <p:spPr>
              <a:xfrm>
                <a:off x="-185760" y="4512240"/>
                <a:ext cx="9329400" cy="768960"/>
              </a:xfrm>
              <a:custGeom>
                <a:rect b="b" l="l" r="r" t="t"/>
                <a:pathLst>
                  <a:path extrusionOk="0" h="5139" w="62323">
                    <a:moveTo>
                      <a:pt x="44891" y="0"/>
                    </a:moveTo>
                    <a:lnTo>
                      <a:pt x="35015" y="9"/>
                    </a:lnTo>
                    <a:lnTo>
                      <a:pt x="32767" y="2257"/>
                    </a:lnTo>
                    <a:lnTo>
                      <a:pt x="0" y="2257"/>
                    </a:lnTo>
                    <a:lnTo>
                      <a:pt x="0" y="2320"/>
                    </a:lnTo>
                    <a:lnTo>
                      <a:pt x="32794" y="2320"/>
                    </a:lnTo>
                    <a:lnTo>
                      <a:pt x="35042" y="72"/>
                    </a:lnTo>
                    <a:lnTo>
                      <a:pt x="44864" y="72"/>
                    </a:lnTo>
                    <a:lnTo>
                      <a:pt x="49940" y="5139"/>
                    </a:lnTo>
                    <a:lnTo>
                      <a:pt x="62323" y="5139"/>
                    </a:lnTo>
                    <a:lnTo>
                      <a:pt x="62323" y="5076"/>
                    </a:lnTo>
                    <a:lnTo>
                      <a:pt x="49967" y="5076"/>
                    </a:lnTo>
                    <a:lnTo>
                      <a:pt x="448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" name="Google Shape;10;p10"/>
              <p:cNvSpPr/>
              <p:nvPr/>
            </p:nvSpPr>
            <p:spPr>
              <a:xfrm>
                <a:off x="-185760" y="4402800"/>
                <a:ext cx="9329400" cy="768960"/>
              </a:xfrm>
              <a:custGeom>
                <a:rect b="b" l="l" r="r" t="t"/>
                <a:pathLst>
                  <a:path extrusionOk="0" h="5140" w="62323">
                    <a:moveTo>
                      <a:pt x="35015" y="1"/>
                    </a:moveTo>
                    <a:lnTo>
                      <a:pt x="32767" y="2249"/>
                    </a:lnTo>
                    <a:lnTo>
                      <a:pt x="0" y="2249"/>
                    </a:lnTo>
                    <a:lnTo>
                      <a:pt x="0" y="2320"/>
                    </a:lnTo>
                    <a:lnTo>
                      <a:pt x="32794" y="2320"/>
                    </a:lnTo>
                    <a:lnTo>
                      <a:pt x="35042" y="63"/>
                    </a:lnTo>
                    <a:lnTo>
                      <a:pt x="44864" y="63"/>
                    </a:lnTo>
                    <a:lnTo>
                      <a:pt x="49940" y="5139"/>
                    </a:lnTo>
                    <a:lnTo>
                      <a:pt x="62323" y="5139"/>
                    </a:lnTo>
                    <a:lnTo>
                      <a:pt x="62323" y="5077"/>
                    </a:lnTo>
                    <a:lnTo>
                      <a:pt x="49967" y="5077"/>
                    </a:lnTo>
                    <a:lnTo>
                      <a:pt x="448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" name="Google Shape;11;p10"/>
              <p:cNvSpPr/>
              <p:nvPr/>
            </p:nvSpPr>
            <p:spPr>
              <a:xfrm>
                <a:off x="-185760" y="4293360"/>
                <a:ext cx="9329400" cy="767520"/>
              </a:xfrm>
              <a:custGeom>
                <a:rect b="b" l="l" r="r" t="t"/>
                <a:pathLst>
                  <a:path extrusionOk="0" h="5130" w="62323">
                    <a:moveTo>
                      <a:pt x="35015" y="0"/>
                    </a:moveTo>
                    <a:lnTo>
                      <a:pt x="32767" y="2248"/>
                    </a:lnTo>
                    <a:lnTo>
                      <a:pt x="0" y="2248"/>
                    </a:lnTo>
                    <a:lnTo>
                      <a:pt x="0" y="2311"/>
                    </a:lnTo>
                    <a:lnTo>
                      <a:pt x="32794" y="2311"/>
                    </a:lnTo>
                    <a:lnTo>
                      <a:pt x="35042" y="63"/>
                    </a:lnTo>
                    <a:lnTo>
                      <a:pt x="44864" y="63"/>
                    </a:lnTo>
                    <a:lnTo>
                      <a:pt x="49940" y="5130"/>
                    </a:lnTo>
                    <a:lnTo>
                      <a:pt x="62323" y="5130"/>
                    </a:lnTo>
                    <a:lnTo>
                      <a:pt x="62323" y="5067"/>
                    </a:lnTo>
                    <a:lnTo>
                      <a:pt x="49967" y="5067"/>
                    </a:lnTo>
                    <a:lnTo>
                      <a:pt x="448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" name="Google Shape;12;p10"/>
              <p:cNvSpPr/>
              <p:nvPr/>
            </p:nvSpPr>
            <p:spPr>
              <a:xfrm>
                <a:off x="-185760" y="4182480"/>
                <a:ext cx="9329400" cy="768960"/>
              </a:xfrm>
              <a:custGeom>
                <a:rect b="b" l="l" r="r" t="t"/>
                <a:pathLst>
                  <a:path extrusionOk="0" h="5140" w="62323">
                    <a:moveTo>
                      <a:pt x="35015" y="1"/>
                    </a:moveTo>
                    <a:lnTo>
                      <a:pt x="32767" y="2258"/>
                    </a:lnTo>
                    <a:lnTo>
                      <a:pt x="0" y="2258"/>
                    </a:lnTo>
                    <a:lnTo>
                      <a:pt x="0" y="2320"/>
                    </a:lnTo>
                    <a:lnTo>
                      <a:pt x="32794" y="2320"/>
                    </a:lnTo>
                    <a:lnTo>
                      <a:pt x="35042" y="72"/>
                    </a:lnTo>
                    <a:lnTo>
                      <a:pt x="44864" y="72"/>
                    </a:lnTo>
                    <a:lnTo>
                      <a:pt x="49940" y="5139"/>
                    </a:lnTo>
                    <a:lnTo>
                      <a:pt x="62323" y="5139"/>
                    </a:lnTo>
                    <a:lnTo>
                      <a:pt x="62323" y="5077"/>
                    </a:lnTo>
                    <a:lnTo>
                      <a:pt x="49967" y="5077"/>
                    </a:lnTo>
                    <a:lnTo>
                      <a:pt x="448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" name="Google Shape;13;p10"/>
            <p:cNvGrpSpPr/>
            <p:nvPr/>
          </p:nvGrpSpPr>
          <p:grpSpPr>
            <a:xfrm>
              <a:off x="7210440" y="43200"/>
              <a:ext cx="2287080" cy="534960"/>
              <a:chOff x="7210440" y="43200"/>
              <a:chExt cx="2287080" cy="534960"/>
            </a:xfrm>
          </p:grpSpPr>
          <p:sp>
            <p:nvSpPr>
              <p:cNvPr id="14" name="Google Shape;14;p10"/>
              <p:cNvSpPr/>
              <p:nvPr/>
            </p:nvSpPr>
            <p:spPr>
              <a:xfrm>
                <a:off x="7255080" y="284040"/>
                <a:ext cx="2242440" cy="254520"/>
              </a:xfrm>
              <a:custGeom>
                <a:rect b="b" l="l" r="r" t="t"/>
                <a:pathLst>
                  <a:path extrusionOk="0" h="1785" w="15702">
                    <a:moveTo>
                      <a:pt x="7476" y="1"/>
                    </a:moveTo>
                    <a:lnTo>
                      <a:pt x="5745" y="1722"/>
                    </a:lnTo>
                    <a:lnTo>
                      <a:pt x="0" y="1722"/>
                    </a:lnTo>
                    <a:lnTo>
                      <a:pt x="0" y="1785"/>
                    </a:lnTo>
                    <a:lnTo>
                      <a:pt x="5772" y="1785"/>
                    </a:lnTo>
                    <a:lnTo>
                      <a:pt x="7494" y="63"/>
                    </a:lnTo>
                    <a:lnTo>
                      <a:pt x="15701" y="63"/>
                    </a:lnTo>
                    <a:cubicBezTo>
                      <a:pt x="15692" y="45"/>
                      <a:pt x="15683" y="28"/>
                      <a:pt x="156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" name="Google Shape;15;p10"/>
              <p:cNvSpPr/>
              <p:nvPr/>
            </p:nvSpPr>
            <p:spPr>
              <a:xfrm>
                <a:off x="7488360" y="203760"/>
                <a:ext cx="1908720" cy="254520"/>
              </a:xfrm>
              <a:custGeom>
                <a:rect b="b" l="l" r="r" t="t"/>
                <a:pathLst>
                  <a:path extrusionOk="0" h="1785" w="13365">
                    <a:moveTo>
                      <a:pt x="5844" y="1"/>
                    </a:moveTo>
                    <a:lnTo>
                      <a:pt x="4113" y="1722"/>
                    </a:lnTo>
                    <a:lnTo>
                      <a:pt x="1" y="1722"/>
                    </a:lnTo>
                    <a:lnTo>
                      <a:pt x="1" y="1785"/>
                    </a:lnTo>
                    <a:lnTo>
                      <a:pt x="4140" y="1785"/>
                    </a:lnTo>
                    <a:lnTo>
                      <a:pt x="5862" y="63"/>
                    </a:lnTo>
                    <a:lnTo>
                      <a:pt x="13356" y="63"/>
                    </a:lnTo>
                    <a:cubicBezTo>
                      <a:pt x="13356" y="36"/>
                      <a:pt x="13356" y="19"/>
                      <a:pt x="133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" name="Google Shape;16;p10"/>
              <p:cNvSpPr/>
              <p:nvPr/>
            </p:nvSpPr>
            <p:spPr>
              <a:xfrm>
                <a:off x="7675560" y="123480"/>
                <a:ext cx="1633320" cy="254520"/>
              </a:xfrm>
              <a:custGeom>
                <a:rect b="b" l="l" r="r" t="t"/>
                <a:pathLst>
                  <a:path extrusionOk="0" h="1785" w="11437">
                    <a:moveTo>
                      <a:pt x="4532" y="1"/>
                    </a:moveTo>
                    <a:lnTo>
                      <a:pt x="2801" y="1722"/>
                    </a:lnTo>
                    <a:lnTo>
                      <a:pt x="0" y="1722"/>
                    </a:lnTo>
                    <a:lnTo>
                      <a:pt x="0" y="1785"/>
                    </a:lnTo>
                    <a:lnTo>
                      <a:pt x="2828" y="1785"/>
                    </a:lnTo>
                    <a:lnTo>
                      <a:pt x="4550" y="54"/>
                    </a:lnTo>
                    <a:lnTo>
                      <a:pt x="11437" y="54"/>
                    </a:lnTo>
                    <a:cubicBezTo>
                      <a:pt x="11428" y="36"/>
                      <a:pt x="11428" y="19"/>
                      <a:pt x="114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7" name="Google Shape;17;p10"/>
              <p:cNvSpPr/>
              <p:nvPr/>
            </p:nvSpPr>
            <p:spPr>
              <a:xfrm>
                <a:off x="7831080" y="43200"/>
                <a:ext cx="1430640" cy="254520"/>
              </a:xfrm>
              <a:custGeom>
                <a:rect b="b" l="l" r="r" t="t"/>
                <a:pathLst>
                  <a:path extrusionOk="0" h="1785" w="10019">
                    <a:moveTo>
                      <a:pt x="3444" y="1"/>
                    </a:moveTo>
                    <a:lnTo>
                      <a:pt x="1713" y="1722"/>
                    </a:lnTo>
                    <a:lnTo>
                      <a:pt x="0" y="1722"/>
                    </a:lnTo>
                    <a:lnTo>
                      <a:pt x="0" y="1785"/>
                    </a:lnTo>
                    <a:lnTo>
                      <a:pt x="1740" y="1785"/>
                    </a:lnTo>
                    <a:lnTo>
                      <a:pt x="3462" y="54"/>
                    </a:lnTo>
                    <a:lnTo>
                      <a:pt x="10019" y="54"/>
                    </a:lnTo>
                    <a:cubicBezTo>
                      <a:pt x="10010" y="36"/>
                      <a:pt x="10001" y="19"/>
                      <a:pt x="100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8" name="Google Shape;18;p10"/>
              <p:cNvSpPr/>
              <p:nvPr/>
            </p:nvSpPr>
            <p:spPr>
              <a:xfrm>
                <a:off x="7786440" y="249480"/>
                <a:ext cx="87480" cy="87840"/>
              </a:xfrm>
              <a:custGeom>
                <a:rect b="b" l="l" r="r" t="t"/>
                <a:pathLst>
                  <a:path extrusionOk="0" h="617" w="616">
                    <a:moveTo>
                      <a:pt x="0" y="304"/>
                    </a:moveTo>
                    <a:cubicBezTo>
                      <a:pt x="0" y="483"/>
                      <a:pt x="134" y="616"/>
                      <a:pt x="312" y="616"/>
                    </a:cubicBezTo>
                    <a:lnTo>
                      <a:pt x="312" y="616"/>
                    </a:lnTo>
                    <a:cubicBezTo>
                      <a:pt x="482" y="616"/>
                      <a:pt x="616" y="483"/>
                      <a:pt x="616" y="304"/>
                    </a:cubicBezTo>
                    <a:lnTo>
                      <a:pt x="616" y="304"/>
                    </a:lnTo>
                    <a:cubicBezTo>
                      <a:pt x="616" y="135"/>
                      <a:pt x="482" y="1"/>
                      <a:pt x="312" y="1"/>
                    </a:cubicBezTo>
                    <a:lnTo>
                      <a:pt x="312" y="1"/>
                    </a:lnTo>
                    <a:cubicBezTo>
                      <a:pt x="134" y="1"/>
                      <a:pt x="0" y="135"/>
                      <a:pt x="0" y="30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3900" lIns="91425" spcFirstLastPara="1" rIns="91425" wrap="square" tIns="43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" name="Google Shape;19;p10"/>
              <p:cNvSpPr/>
              <p:nvPr/>
            </p:nvSpPr>
            <p:spPr>
              <a:xfrm>
                <a:off x="7630920" y="329760"/>
                <a:ext cx="87840" cy="87840"/>
              </a:xfrm>
              <a:custGeom>
                <a:rect b="b" l="l" r="r" t="t"/>
                <a:pathLst>
                  <a:path extrusionOk="0" h="617" w="617">
                    <a:moveTo>
                      <a:pt x="313" y="1"/>
                    </a:moveTo>
                    <a:cubicBezTo>
                      <a:pt x="144" y="1"/>
                      <a:pt x="1" y="135"/>
                      <a:pt x="1" y="313"/>
                    </a:cubicBezTo>
                    <a:cubicBezTo>
                      <a:pt x="1" y="483"/>
                      <a:pt x="144" y="616"/>
                      <a:pt x="313" y="616"/>
                    </a:cubicBezTo>
                    <a:cubicBezTo>
                      <a:pt x="483" y="616"/>
                      <a:pt x="616" y="483"/>
                      <a:pt x="616" y="313"/>
                    </a:cubicBezTo>
                    <a:cubicBezTo>
                      <a:pt x="616" y="135"/>
                      <a:pt x="483" y="1"/>
                      <a:pt x="3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3900" lIns="91425" spcFirstLastPara="1" rIns="91425" wrap="square" tIns="43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" name="Google Shape;20;p10"/>
              <p:cNvSpPr/>
              <p:nvPr/>
            </p:nvSpPr>
            <p:spPr>
              <a:xfrm>
                <a:off x="7441200" y="410040"/>
                <a:ext cx="87840" cy="87840"/>
              </a:xfrm>
              <a:custGeom>
                <a:rect b="b" l="l" r="r" t="t"/>
                <a:pathLst>
                  <a:path extrusionOk="0" h="617" w="617">
                    <a:moveTo>
                      <a:pt x="304" y="1"/>
                    </a:moveTo>
                    <a:cubicBezTo>
                      <a:pt x="134" y="1"/>
                      <a:pt x="1" y="135"/>
                      <a:pt x="1" y="313"/>
                    </a:cubicBezTo>
                    <a:cubicBezTo>
                      <a:pt x="1" y="483"/>
                      <a:pt x="134" y="616"/>
                      <a:pt x="304" y="616"/>
                    </a:cubicBezTo>
                    <a:cubicBezTo>
                      <a:pt x="482" y="616"/>
                      <a:pt x="616" y="483"/>
                      <a:pt x="616" y="313"/>
                    </a:cubicBezTo>
                    <a:cubicBezTo>
                      <a:pt x="616" y="135"/>
                      <a:pt x="482" y="1"/>
                      <a:pt x="3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3900" lIns="91425" spcFirstLastPara="1" rIns="91425" wrap="square" tIns="43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" name="Google Shape;21;p10"/>
              <p:cNvSpPr/>
              <p:nvPr/>
            </p:nvSpPr>
            <p:spPr>
              <a:xfrm>
                <a:off x="7210440" y="490320"/>
                <a:ext cx="87840" cy="87840"/>
              </a:xfrm>
              <a:custGeom>
                <a:rect b="b" l="l" r="r" t="t"/>
                <a:pathLst>
                  <a:path extrusionOk="0" h="617" w="617">
                    <a:moveTo>
                      <a:pt x="313" y="1"/>
                    </a:moveTo>
                    <a:cubicBezTo>
                      <a:pt x="144" y="1"/>
                      <a:pt x="1" y="135"/>
                      <a:pt x="1" y="313"/>
                    </a:cubicBezTo>
                    <a:cubicBezTo>
                      <a:pt x="1" y="483"/>
                      <a:pt x="144" y="616"/>
                      <a:pt x="313" y="616"/>
                    </a:cubicBezTo>
                    <a:cubicBezTo>
                      <a:pt x="483" y="616"/>
                      <a:pt x="616" y="483"/>
                      <a:pt x="616" y="313"/>
                    </a:cubicBezTo>
                    <a:cubicBezTo>
                      <a:pt x="616" y="135"/>
                      <a:pt x="483" y="1"/>
                      <a:pt x="3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3900" lIns="91425" spcFirstLastPara="1" rIns="91425" wrap="square" tIns="43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22" name="Google Shape;22;p10"/>
          <p:cNvSpPr txBox="1"/>
          <p:nvPr>
            <p:ph type="title"/>
          </p:nvPr>
        </p:nvSpPr>
        <p:spPr>
          <a:xfrm>
            <a:off x="2386080" y="1198800"/>
            <a:ext cx="604476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23" name="Google Shape;23;p10"/>
          <p:cNvGrpSpPr/>
          <p:nvPr/>
        </p:nvGrpSpPr>
        <p:grpSpPr>
          <a:xfrm>
            <a:off x="7990200" y="4110480"/>
            <a:ext cx="1087200" cy="1553760"/>
            <a:chOff x="7990200" y="4110480"/>
            <a:chExt cx="1087200" cy="1553760"/>
          </a:xfrm>
        </p:grpSpPr>
        <p:sp>
          <p:nvSpPr>
            <p:cNvPr id="24" name="Google Shape;24;p10"/>
            <p:cNvSpPr/>
            <p:nvPr/>
          </p:nvSpPr>
          <p:spPr>
            <a:xfrm>
              <a:off x="7990200" y="4577040"/>
              <a:ext cx="1086840" cy="1087200"/>
            </a:xfrm>
            <a:custGeom>
              <a:rect b="b" l="l" r="r" t="t"/>
              <a:pathLst>
                <a:path extrusionOk="0" h="10252" w="10251">
                  <a:moveTo>
                    <a:pt x="5130" y="2017"/>
                  </a:moveTo>
                  <a:cubicBezTo>
                    <a:pt x="6843" y="2017"/>
                    <a:pt x="8235" y="3409"/>
                    <a:pt x="8235" y="5122"/>
                  </a:cubicBezTo>
                  <a:cubicBezTo>
                    <a:pt x="8235" y="6843"/>
                    <a:pt x="6843" y="8235"/>
                    <a:pt x="5130" y="8235"/>
                  </a:cubicBezTo>
                  <a:cubicBezTo>
                    <a:pt x="3408" y="8235"/>
                    <a:pt x="2017" y="6843"/>
                    <a:pt x="2017" y="5122"/>
                  </a:cubicBezTo>
                  <a:cubicBezTo>
                    <a:pt x="2017" y="3409"/>
                    <a:pt x="3408" y="2017"/>
                    <a:pt x="5130" y="2017"/>
                  </a:cubicBezTo>
                  <a:close/>
                  <a:moveTo>
                    <a:pt x="4693" y="1"/>
                  </a:moveTo>
                  <a:lnTo>
                    <a:pt x="4506" y="1178"/>
                  </a:lnTo>
                  <a:cubicBezTo>
                    <a:pt x="4229" y="1223"/>
                    <a:pt x="3952" y="1294"/>
                    <a:pt x="3694" y="1393"/>
                  </a:cubicBezTo>
                  <a:lnTo>
                    <a:pt x="2944" y="465"/>
                  </a:lnTo>
                  <a:lnTo>
                    <a:pt x="2186" y="902"/>
                  </a:lnTo>
                  <a:lnTo>
                    <a:pt x="2623" y="2017"/>
                  </a:lnTo>
                  <a:cubicBezTo>
                    <a:pt x="2400" y="2195"/>
                    <a:pt x="2195" y="2392"/>
                    <a:pt x="2017" y="2615"/>
                  </a:cubicBezTo>
                  <a:lnTo>
                    <a:pt x="910" y="2186"/>
                  </a:lnTo>
                  <a:lnTo>
                    <a:pt x="473" y="2945"/>
                  </a:lnTo>
                  <a:lnTo>
                    <a:pt x="1401" y="3685"/>
                  </a:lnTo>
                  <a:cubicBezTo>
                    <a:pt x="1303" y="3944"/>
                    <a:pt x="1223" y="4220"/>
                    <a:pt x="1178" y="4506"/>
                  </a:cubicBezTo>
                  <a:lnTo>
                    <a:pt x="0" y="4684"/>
                  </a:lnTo>
                  <a:lnTo>
                    <a:pt x="0" y="5559"/>
                  </a:lnTo>
                  <a:lnTo>
                    <a:pt x="1178" y="5746"/>
                  </a:lnTo>
                  <a:cubicBezTo>
                    <a:pt x="1223" y="6031"/>
                    <a:pt x="1303" y="6299"/>
                    <a:pt x="1401" y="6567"/>
                  </a:cubicBezTo>
                  <a:lnTo>
                    <a:pt x="473" y="7307"/>
                  </a:lnTo>
                  <a:lnTo>
                    <a:pt x="910" y="8065"/>
                  </a:lnTo>
                  <a:lnTo>
                    <a:pt x="2017" y="7637"/>
                  </a:lnTo>
                  <a:cubicBezTo>
                    <a:pt x="2195" y="7851"/>
                    <a:pt x="2400" y="8057"/>
                    <a:pt x="2623" y="8235"/>
                  </a:cubicBezTo>
                  <a:lnTo>
                    <a:pt x="2186" y="9341"/>
                  </a:lnTo>
                  <a:lnTo>
                    <a:pt x="2944" y="9778"/>
                  </a:lnTo>
                  <a:lnTo>
                    <a:pt x="3694" y="8850"/>
                  </a:lnTo>
                  <a:cubicBezTo>
                    <a:pt x="3952" y="8958"/>
                    <a:pt x="4229" y="9029"/>
                    <a:pt x="4506" y="9074"/>
                  </a:cubicBezTo>
                  <a:lnTo>
                    <a:pt x="4693" y="10251"/>
                  </a:lnTo>
                  <a:lnTo>
                    <a:pt x="5567" y="10251"/>
                  </a:lnTo>
                  <a:lnTo>
                    <a:pt x="5746" y="9074"/>
                  </a:lnTo>
                  <a:cubicBezTo>
                    <a:pt x="6031" y="9029"/>
                    <a:pt x="6308" y="8958"/>
                    <a:pt x="6566" y="8850"/>
                  </a:cubicBezTo>
                  <a:lnTo>
                    <a:pt x="7316" y="9778"/>
                  </a:lnTo>
                  <a:lnTo>
                    <a:pt x="8065" y="9341"/>
                  </a:lnTo>
                  <a:lnTo>
                    <a:pt x="7637" y="8235"/>
                  </a:lnTo>
                  <a:cubicBezTo>
                    <a:pt x="7860" y="8057"/>
                    <a:pt x="8056" y="7851"/>
                    <a:pt x="8235" y="7637"/>
                  </a:cubicBezTo>
                  <a:lnTo>
                    <a:pt x="9350" y="8065"/>
                  </a:lnTo>
                  <a:lnTo>
                    <a:pt x="9787" y="7307"/>
                  </a:lnTo>
                  <a:lnTo>
                    <a:pt x="8859" y="6567"/>
                  </a:lnTo>
                  <a:cubicBezTo>
                    <a:pt x="8957" y="6299"/>
                    <a:pt x="9037" y="6031"/>
                    <a:pt x="9082" y="5746"/>
                  </a:cubicBezTo>
                  <a:lnTo>
                    <a:pt x="10251" y="5559"/>
                  </a:lnTo>
                  <a:lnTo>
                    <a:pt x="10251" y="4684"/>
                  </a:lnTo>
                  <a:lnTo>
                    <a:pt x="9082" y="4506"/>
                  </a:lnTo>
                  <a:cubicBezTo>
                    <a:pt x="9037" y="4220"/>
                    <a:pt x="8957" y="3944"/>
                    <a:pt x="8859" y="3685"/>
                  </a:cubicBezTo>
                  <a:lnTo>
                    <a:pt x="9787" y="2945"/>
                  </a:lnTo>
                  <a:lnTo>
                    <a:pt x="9350" y="2186"/>
                  </a:lnTo>
                  <a:lnTo>
                    <a:pt x="8235" y="2615"/>
                  </a:lnTo>
                  <a:cubicBezTo>
                    <a:pt x="8056" y="2392"/>
                    <a:pt x="7860" y="2195"/>
                    <a:pt x="7637" y="2017"/>
                  </a:cubicBezTo>
                  <a:lnTo>
                    <a:pt x="8065" y="902"/>
                  </a:lnTo>
                  <a:lnTo>
                    <a:pt x="7316" y="465"/>
                  </a:lnTo>
                  <a:lnTo>
                    <a:pt x="6566" y="1393"/>
                  </a:lnTo>
                  <a:cubicBezTo>
                    <a:pt x="6308" y="1294"/>
                    <a:pt x="6031" y="1223"/>
                    <a:pt x="5746" y="1178"/>
                  </a:cubicBezTo>
                  <a:lnTo>
                    <a:pt x="55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" name="Google Shape;25;p10"/>
            <p:cNvSpPr/>
            <p:nvPr/>
          </p:nvSpPr>
          <p:spPr>
            <a:xfrm>
              <a:off x="8578080" y="4110480"/>
              <a:ext cx="499320" cy="499320"/>
            </a:xfrm>
            <a:custGeom>
              <a:rect b="b" l="l" r="r" t="t"/>
              <a:pathLst>
                <a:path extrusionOk="0" h="4712" w="4711">
                  <a:moveTo>
                    <a:pt x="2355" y="929"/>
                  </a:moveTo>
                  <a:cubicBezTo>
                    <a:pt x="3149" y="929"/>
                    <a:pt x="3792" y="1562"/>
                    <a:pt x="3792" y="2356"/>
                  </a:cubicBezTo>
                  <a:cubicBezTo>
                    <a:pt x="3792" y="3141"/>
                    <a:pt x="3149" y="3783"/>
                    <a:pt x="2355" y="3783"/>
                  </a:cubicBezTo>
                  <a:cubicBezTo>
                    <a:pt x="1570" y="3783"/>
                    <a:pt x="928" y="3141"/>
                    <a:pt x="928" y="2356"/>
                  </a:cubicBezTo>
                  <a:cubicBezTo>
                    <a:pt x="928" y="1562"/>
                    <a:pt x="1570" y="929"/>
                    <a:pt x="2355" y="929"/>
                  </a:cubicBezTo>
                  <a:close/>
                  <a:moveTo>
                    <a:pt x="2159" y="1"/>
                  </a:moveTo>
                  <a:lnTo>
                    <a:pt x="2070" y="536"/>
                  </a:lnTo>
                  <a:cubicBezTo>
                    <a:pt x="1945" y="563"/>
                    <a:pt x="1820" y="598"/>
                    <a:pt x="1695" y="643"/>
                  </a:cubicBezTo>
                  <a:lnTo>
                    <a:pt x="1356" y="215"/>
                  </a:lnTo>
                  <a:lnTo>
                    <a:pt x="1008" y="411"/>
                  </a:lnTo>
                  <a:lnTo>
                    <a:pt x="1205" y="929"/>
                  </a:lnTo>
                  <a:cubicBezTo>
                    <a:pt x="1106" y="1009"/>
                    <a:pt x="1008" y="1098"/>
                    <a:pt x="928" y="1205"/>
                  </a:cubicBezTo>
                  <a:lnTo>
                    <a:pt x="420" y="1000"/>
                  </a:lnTo>
                  <a:lnTo>
                    <a:pt x="214" y="1348"/>
                  </a:lnTo>
                  <a:lnTo>
                    <a:pt x="643" y="1696"/>
                  </a:lnTo>
                  <a:cubicBezTo>
                    <a:pt x="598" y="1812"/>
                    <a:pt x="562" y="1937"/>
                    <a:pt x="544" y="2070"/>
                  </a:cubicBezTo>
                  <a:lnTo>
                    <a:pt x="0" y="2151"/>
                  </a:lnTo>
                  <a:lnTo>
                    <a:pt x="0" y="2552"/>
                  </a:lnTo>
                  <a:lnTo>
                    <a:pt x="544" y="2641"/>
                  </a:lnTo>
                  <a:cubicBezTo>
                    <a:pt x="562" y="2766"/>
                    <a:pt x="598" y="2900"/>
                    <a:pt x="643" y="3016"/>
                  </a:cubicBezTo>
                  <a:lnTo>
                    <a:pt x="214" y="3355"/>
                  </a:lnTo>
                  <a:lnTo>
                    <a:pt x="420" y="3703"/>
                  </a:lnTo>
                  <a:lnTo>
                    <a:pt x="928" y="3507"/>
                  </a:lnTo>
                  <a:cubicBezTo>
                    <a:pt x="1008" y="3614"/>
                    <a:pt x="1106" y="3703"/>
                    <a:pt x="1205" y="3783"/>
                  </a:cubicBezTo>
                  <a:lnTo>
                    <a:pt x="1008" y="4292"/>
                  </a:lnTo>
                  <a:lnTo>
                    <a:pt x="1356" y="4497"/>
                  </a:lnTo>
                  <a:lnTo>
                    <a:pt x="1695" y="4069"/>
                  </a:lnTo>
                  <a:cubicBezTo>
                    <a:pt x="1820" y="4113"/>
                    <a:pt x="1945" y="4149"/>
                    <a:pt x="2070" y="4167"/>
                  </a:cubicBezTo>
                  <a:lnTo>
                    <a:pt x="2159" y="4711"/>
                  </a:lnTo>
                  <a:lnTo>
                    <a:pt x="2561" y="4711"/>
                  </a:lnTo>
                  <a:lnTo>
                    <a:pt x="2641" y="4167"/>
                  </a:lnTo>
                  <a:cubicBezTo>
                    <a:pt x="2775" y="4149"/>
                    <a:pt x="2900" y="4113"/>
                    <a:pt x="3016" y="4069"/>
                  </a:cubicBezTo>
                  <a:lnTo>
                    <a:pt x="3364" y="4497"/>
                  </a:lnTo>
                  <a:lnTo>
                    <a:pt x="3711" y="4292"/>
                  </a:lnTo>
                  <a:lnTo>
                    <a:pt x="3515" y="3783"/>
                  </a:lnTo>
                  <a:cubicBezTo>
                    <a:pt x="3613" y="3703"/>
                    <a:pt x="3703" y="3614"/>
                    <a:pt x="3792" y="3507"/>
                  </a:cubicBezTo>
                  <a:lnTo>
                    <a:pt x="4300" y="3703"/>
                  </a:lnTo>
                  <a:lnTo>
                    <a:pt x="4496" y="3355"/>
                  </a:lnTo>
                  <a:lnTo>
                    <a:pt x="4077" y="3016"/>
                  </a:lnTo>
                  <a:cubicBezTo>
                    <a:pt x="4122" y="2900"/>
                    <a:pt x="4157" y="2766"/>
                    <a:pt x="4175" y="2641"/>
                  </a:cubicBezTo>
                  <a:lnTo>
                    <a:pt x="4711" y="2552"/>
                  </a:lnTo>
                  <a:lnTo>
                    <a:pt x="4711" y="2151"/>
                  </a:lnTo>
                  <a:lnTo>
                    <a:pt x="4175" y="2070"/>
                  </a:lnTo>
                  <a:cubicBezTo>
                    <a:pt x="4157" y="1937"/>
                    <a:pt x="4122" y="1812"/>
                    <a:pt x="4077" y="1696"/>
                  </a:cubicBezTo>
                  <a:lnTo>
                    <a:pt x="4496" y="1348"/>
                  </a:lnTo>
                  <a:lnTo>
                    <a:pt x="4300" y="1000"/>
                  </a:lnTo>
                  <a:lnTo>
                    <a:pt x="3792" y="1205"/>
                  </a:lnTo>
                  <a:cubicBezTo>
                    <a:pt x="3703" y="1098"/>
                    <a:pt x="3613" y="1009"/>
                    <a:pt x="3515" y="929"/>
                  </a:cubicBezTo>
                  <a:lnTo>
                    <a:pt x="3711" y="411"/>
                  </a:lnTo>
                  <a:lnTo>
                    <a:pt x="3364" y="215"/>
                  </a:lnTo>
                  <a:lnTo>
                    <a:pt x="3016" y="643"/>
                  </a:lnTo>
                  <a:cubicBezTo>
                    <a:pt x="2900" y="598"/>
                    <a:pt x="2775" y="563"/>
                    <a:pt x="2641" y="536"/>
                  </a:cubicBezTo>
                  <a:lnTo>
                    <a:pt x="2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32" name="Google Shape;32;p12"/>
          <p:cNvGrpSpPr/>
          <p:nvPr/>
        </p:nvGrpSpPr>
        <p:grpSpPr>
          <a:xfrm>
            <a:off x="8015760" y="79920"/>
            <a:ext cx="1393920" cy="535320"/>
            <a:chOff x="8015760" y="79920"/>
            <a:chExt cx="1393920" cy="535320"/>
          </a:xfrm>
        </p:grpSpPr>
        <p:sp>
          <p:nvSpPr>
            <p:cNvPr id="33" name="Google Shape;33;p12"/>
            <p:cNvSpPr/>
            <p:nvPr/>
          </p:nvSpPr>
          <p:spPr>
            <a:xfrm>
              <a:off x="8516520" y="558000"/>
              <a:ext cx="892800" cy="57240"/>
            </a:xfrm>
            <a:custGeom>
              <a:rect b="b" l="l" r="r" t="t"/>
              <a:pathLst>
                <a:path extrusionOk="0" h="455" w="7066">
                  <a:moveTo>
                    <a:pt x="232" y="0"/>
                  </a:moveTo>
                  <a:cubicBezTo>
                    <a:pt x="107" y="0"/>
                    <a:pt x="0" y="98"/>
                    <a:pt x="0" y="223"/>
                  </a:cubicBezTo>
                  <a:cubicBezTo>
                    <a:pt x="0" y="357"/>
                    <a:pt x="107" y="455"/>
                    <a:pt x="232" y="455"/>
                  </a:cubicBezTo>
                  <a:cubicBezTo>
                    <a:pt x="357" y="455"/>
                    <a:pt x="464" y="357"/>
                    <a:pt x="464" y="223"/>
                  </a:cubicBezTo>
                  <a:cubicBezTo>
                    <a:pt x="464" y="98"/>
                    <a:pt x="357" y="0"/>
                    <a:pt x="232" y="0"/>
                  </a:cubicBezTo>
                  <a:close/>
                  <a:moveTo>
                    <a:pt x="1552" y="0"/>
                  </a:moveTo>
                  <a:cubicBezTo>
                    <a:pt x="1428" y="0"/>
                    <a:pt x="1329" y="98"/>
                    <a:pt x="1329" y="223"/>
                  </a:cubicBezTo>
                  <a:cubicBezTo>
                    <a:pt x="1329" y="357"/>
                    <a:pt x="1428" y="455"/>
                    <a:pt x="1552" y="455"/>
                  </a:cubicBezTo>
                  <a:cubicBezTo>
                    <a:pt x="1686" y="455"/>
                    <a:pt x="1784" y="357"/>
                    <a:pt x="1784" y="223"/>
                  </a:cubicBezTo>
                  <a:cubicBezTo>
                    <a:pt x="1784" y="98"/>
                    <a:pt x="1686" y="0"/>
                    <a:pt x="1552" y="0"/>
                  </a:cubicBezTo>
                  <a:close/>
                  <a:moveTo>
                    <a:pt x="2873" y="0"/>
                  </a:moveTo>
                  <a:cubicBezTo>
                    <a:pt x="2748" y="0"/>
                    <a:pt x="2650" y="98"/>
                    <a:pt x="2650" y="223"/>
                  </a:cubicBezTo>
                  <a:cubicBezTo>
                    <a:pt x="2650" y="357"/>
                    <a:pt x="2748" y="455"/>
                    <a:pt x="2873" y="455"/>
                  </a:cubicBezTo>
                  <a:cubicBezTo>
                    <a:pt x="3007" y="455"/>
                    <a:pt x="3105" y="357"/>
                    <a:pt x="3105" y="223"/>
                  </a:cubicBezTo>
                  <a:cubicBezTo>
                    <a:pt x="3105" y="98"/>
                    <a:pt x="3007" y="0"/>
                    <a:pt x="2873" y="0"/>
                  </a:cubicBezTo>
                  <a:close/>
                  <a:moveTo>
                    <a:pt x="4202" y="0"/>
                  </a:moveTo>
                  <a:cubicBezTo>
                    <a:pt x="4068" y="0"/>
                    <a:pt x="3970" y="98"/>
                    <a:pt x="3970" y="223"/>
                  </a:cubicBezTo>
                  <a:cubicBezTo>
                    <a:pt x="3970" y="357"/>
                    <a:pt x="4068" y="455"/>
                    <a:pt x="4202" y="455"/>
                  </a:cubicBezTo>
                  <a:cubicBezTo>
                    <a:pt x="4327" y="455"/>
                    <a:pt x="4425" y="357"/>
                    <a:pt x="4425" y="223"/>
                  </a:cubicBezTo>
                  <a:cubicBezTo>
                    <a:pt x="4425" y="98"/>
                    <a:pt x="4327" y="0"/>
                    <a:pt x="4202" y="0"/>
                  </a:cubicBezTo>
                  <a:close/>
                  <a:moveTo>
                    <a:pt x="5522" y="0"/>
                  </a:moveTo>
                  <a:cubicBezTo>
                    <a:pt x="5388" y="0"/>
                    <a:pt x="5290" y="98"/>
                    <a:pt x="5290" y="223"/>
                  </a:cubicBezTo>
                  <a:cubicBezTo>
                    <a:pt x="5290" y="357"/>
                    <a:pt x="5388" y="455"/>
                    <a:pt x="5522" y="455"/>
                  </a:cubicBezTo>
                  <a:cubicBezTo>
                    <a:pt x="5647" y="455"/>
                    <a:pt x="5745" y="357"/>
                    <a:pt x="5745" y="223"/>
                  </a:cubicBezTo>
                  <a:cubicBezTo>
                    <a:pt x="5745" y="98"/>
                    <a:pt x="5647" y="0"/>
                    <a:pt x="5522" y="0"/>
                  </a:cubicBezTo>
                  <a:close/>
                  <a:moveTo>
                    <a:pt x="6843" y="0"/>
                  </a:moveTo>
                  <a:cubicBezTo>
                    <a:pt x="6718" y="0"/>
                    <a:pt x="6611" y="98"/>
                    <a:pt x="6611" y="223"/>
                  </a:cubicBezTo>
                  <a:cubicBezTo>
                    <a:pt x="6611" y="357"/>
                    <a:pt x="6718" y="455"/>
                    <a:pt x="6843" y="455"/>
                  </a:cubicBezTo>
                  <a:cubicBezTo>
                    <a:pt x="6968" y="455"/>
                    <a:pt x="7066" y="357"/>
                    <a:pt x="7066" y="223"/>
                  </a:cubicBezTo>
                  <a:cubicBezTo>
                    <a:pt x="7066" y="98"/>
                    <a:pt x="6968" y="0"/>
                    <a:pt x="68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" name="Google Shape;34;p12"/>
            <p:cNvSpPr/>
            <p:nvPr/>
          </p:nvSpPr>
          <p:spPr>
            <a:xfrm>
              <a:off x="8349480" y="438120"/>
              <a:ext cx="1059840" cy="57240"/>
            </a:xfrm>
            <a:custGeom>
              <a:rect b="b" l="l" r="r" t="t"/>
              <a:pathLst>
                <a:path extrusionOk="0" h="456" w="8387">
                  <a:moveTo>
                    <a:pt x="233" y="0"/>
                  </a:moveTo>
                  <a:cubicBezTo>
                    <a:pt x="108" y="0"/>
                    <a:pt x="1" y="99"/>
                    <a:pt x="1" y="232"/>
                  </a:cubicBezTo>
                  <a:cubicBezTo>
                    <a:pt x="1" y="357"/>
                    <a:pt x="108" y="455"/>
                    <a:pt x="233" y="455"/>
                  </a:cubicBezTo>
                  <a:cubicBezTo>
                    <a:pt x="358" y="455"/>
                    <a:pt x="465" y="357"/>
                    <a:pt x="465" y="232"/>
                  </a:cubicBezTo>
                  <a:cubicBezTo>
                    <a:pt x="465" y="99"/>
                    <a:pt x="358" y="0"/>
                    <a:pt x="233" y="0"/>
                  </a:cubicBezTo>
                  <a:close/>
                  <a:moveTo>
                    <a:pt x="1553" y="0"/>
                  </a:moveTo>
                  <a:cubicBezTo>
                    <a:pt x="1428" y="0"/>
                    <a:pt x="1321" y="99"/>
                    <a:pt x="1321" y="232"/>
                  </a:cubicBezTo>
                  <a:cubicBezTo>
                    <a:pt x="1321" y="357"/>
                    <a:pt x="1428" y="455"/>
                    <a:pt x="1553" y="455"/>
                  </a:cubicBezTo>
                  <a:cubicBezTo>
                    <a:pt x="1678" y="455"/>
                    <a:pt x="1785" y="357"/>
                    <a:pt x="1785" y="232"/>
                  </a:cubicBezTo>
                  <a:cubicBezTo>
                    <a:pt x="1785" y="99"/>
                    <a:pt x="1678" y="0"/>
                    <a:pt x="1553" y="0"/>
                  </a:cubicBezTo>
                  <a:close/>
                  <a:moveTo>
                    <a:pt x="2873" y="0"/>
                  </a:moveTo>
                  <a:cubicBezTo>
                    <a:pt x="2749" y="0"/>
                    <a:pt x="2650" y="99"/>
                    <a:pt x="2650" y="232"/>
                  </a:cubicBezTo>
                  <a:cubicBezTo>
                    <a:pt x="2650" y="357"/>
                    <a:pt x="2749" y="455"/>
                    <a:pt x="2873" y="455"/>
                  </a:cubicBezTo>
                  <a:cubicBezTo>
                    <a:pt x="3007" y="455"/>
                    <a:pt x="3105" y="357"/>
                    <a:pt x="3105" y="232"/>
                  </a:cubicBezTo>
                  <a:cubicBezTo>
                    <a:pt x="3105" y="99"/>
                    <a:pt x="3007" y="0"/>
                    <a:pt x="2873" y="0"/>
                  </a:cubicBezTo>
                  <a:close/>
                  <a:moveTo>
                    <a:pt x="4194" y="0"/>
                  </a:moveTo>
                  <a:cubicBezTo>
                    <a:pt x="4069" y="0"/>
                    <a:pt x="3971" y="99"/>
                    <a:pt x="3971" y="232"/>
                  </a:cubicBezTo>
                  <a:cubicBezTo>
                    <a:pt x="3971" y="357"/>
                    <a:pt x="4069" y="455"/>
                    <a:pt x="4194" y="455"/>
                  </a:cubicBezTo>
                  <a:cubicBezTo>
                    <a:pt x="4328" y="455"/>
                    <a:pt x="4426" y="357"/>
                    <a:pt x="4426" y="232"/>
                  </a:cubicBezTo>
                  <a:cubicBezTo>
                    <a:pt x="4426" y="99"/>
                    <a:pt x="4328" y="0"/>
                    <a:pt x="4194" y="0"/>
                  </a:cubicBezTo>
                  <a:close/>
                  <a:moveTo>
                    <a:pt x="5523" y="0"/>
                  </a:moveTo>
                  <a:cubicBezTo>
                    <a:pt x="5389" y="0"/>
                    <a:pt x="5291" y="99"/>
                    <a:pt x="5291" y="232"/>
                  </a:cubicBezTo>
                  <a:cubicBezTo>
                    <a:pt x="5291" y="357"/>
                    <a:pt x="5389" y="455"/>
                    <a:pt x="5523" y="455"/>
                  </a:cubicBezTo>
                  <a:cubicBezTo>
                    <a:pt x="5648" y="455"/>
                    <a:pt x="5746" y="357"/>
                    <a:pt x="5746" y="232"/>
                  </a:cubicBezTo>
                  <a:cubicBezTo>
                    <a:pt x="5746" y="99"/>
                    <a:pt x="5648" y="0"/>
                    <a:pt x="5523" y="0"/>
                  </a:cubicBezTo>
                  <a:close/>
                  <a:moveTo>
                    <a:pt x="6843" y="0"/>
                  </a:moveTo>
                  <a:cubicBezTo>
                    <a:pt x="6709" y="0"/>
                    <a:pt x="6611" y="99"/>
                    <a:pt x="6611" y="232"/>
                  </a:cubicBezTo>
                  <a:cubicBezTo>
                    <a:pt x="6611" y="357"/>
                    <a:pt x="6709" y="455"/>
                    <a:pt x="6843" y="455"/>
                  </a:cubicBezTo>
                  <a:cubicBezTo>
                    <a:pt x="6968" y="455"/>
                    <a:pt x="7066" y="357"/>
                    <a:pt x="7066" y="232"/>
                  </a:cubicBezTo>
                  <a:cubicBezTo>
                    <a:pt x="7066" y="99"/>
                    <a:pt x="6968" y="0"/>
                    <a:pt x="6843" y="0"/>
                  </a:cubicBezTo>
                  <a:close/>
                  <a:moveTo>
                    <a:pt x="8164" y="0"/>
                  </a:moveTo>
                  <a:cubicBezTo>
                    <a:pt x="8039" y="0"/>
                    <a:pt x="7932" y="99"/>
                    <a:pt x="7932" y="232"/>
                  </a:cubicBezTo>
                  <a:cubicBezTo>
                    <a:pt x="7932" y="357"/>
                    <a:pt x="8039" y="455"/>
                    <a:pt x="8164" y="455"/>
                  </a:cubicBezTo>
                  <a:cubicBezTo>
                    <a:pt x="8289" y="455"/>
                    <a:pt x="8387" y="357"/>
                    <a:pt x="8387" y="232"/>
                  </a:cubicBezTo>
                  <a:cubicBezTo>
                    <a:pt x="8387" y="99"/>
                    <a:pt x="8289" y="0"/>
                    <a:pt x="8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" name="Google Shape;35;p12"/>
            <p:cNvSpPr/>
            <p:nvPr/>
          </p:nvSpPr>
          <p:spPr>
            <a:xfrm>
              <a:off x="8182800" y="318240"/>
              <a:ext cx="1226880" cy="58680"/>
            </a:xfrm>
            <a:custGeom>
              <a:rect b="b" l="l" r="r" t="t"/>
              <a:pathLst>
                <a:path extrusionOk="0" h="465" w="9707">
                  <a:moveTo>
                    <a:pt x="232" y="1"/>
                  </a:moveTo>
                  <a:cubicBezTo>
                    <a:pt x="108" y="1"/>
                    <a:pt x="1" y="108"/>
                    <a:pt x="1" y="233"/>
                  </a:cubicBezTo>
                  <a:cubicBezTo>
                    <a:pt x="1" y="358"/>
                    <a:pt x="108" y="465"/>
                    <a:pt x="232" y="465"/>
                  </a:cubicBezTo>
                  <a:cubicBezTo>
                    <a:pt x="357" y="465"/>
                    <a:pt x="464" y="358"/>
                    <a:pt x="464" y="233"/>
                  </a:cubicBezTo>
                  <a:cubicBezTo>
                    <a:pt x="464" y="108"/>
                    <a:pt x="357" y="1"/>
                    <a:pt x="232" y="1"/>
                  </a:cubicBezTo>
                  <a:close/>
                  <a:moveTo>
                    <a:pt x="1553" y="1"/>
                  </a:moveTo>
                  <a:cubicBezTo>
                    <a:pt x="1428" y="1"/>
                    <a:pt x="1321" y="108"/>
                    <a:pt x="1321" y="233"/>
                  </a:cubicBezTo>
                  <a:cubicBezTo>
                    <a:pt x="1321" y="358"/>
                    <a:pt x="1428" y="465"/>
                    <a:pt x="1553" y="465"/>
                  </a:cubicBezTo>
                  <a:cubicBezTo>
                    <a:pt x="1678" y="465"/>
                    <a:pt x="1785" y="358"/>
                    <a:pt x="1785" y="233"/>
                  </a:cubicBezTo>
                  <a:cubicBezTo>
                    <a:pt x="1785" y="108"/>
                    <a:pt x="1678" y="1"/>
                    <a:pt x="1553" y="1"/>
                  </a:cubicBezTo>
                  <a:close/>
                  <a:moveTo>
                    <a:pt x="2873" y="1"/>
                  </a:moveTo>
                  <a:cubicBezTo>
                    <a:pt x="2748" y="1"/>
                    <a:pt x="2641" y="108"/>
                    <a:pt x="2641" y="233"/>
                  </a:cubicBezTo>
                  <a:cubicBezTo>
                    <a:pt x="2641" y="358"/>
                    <a:pt x="2748" y="465"/>
                    <a:pt x="2873" y="465"/>
                  </a:cubicBezTo>
                  <a:cubicBezTo>
                    <a:pt x="2998" y="465"/>
                    <a:pt x="3105" y="358"/>
                    <a:pt x="3105" y="233"/>
                  </a:cubicBezTo>
                  <a:cubicBezTo>
                    <a:pt x="3105" y="108"/>
                    <a:pt x="2998" y="1"/>
                    <a:pt x="2873" y="1"/>
                  </a:cubicBezTo>
                  <a:close/>
                  <a:moveTo>
                    <a:pt x="4193" y="1"/>
                  </a:moveTo>
                  <a:cubicBezTo>
                    <a:pt x="4069" y="1"/>
                    <a:pt x="3970" y="108"/>
                    <a:pt x="3970" y="233"/>
                  </a:cubicBezTo>
                  <a:cubicBezTo>
                    <a:pt x="3970" y="358"/>
                    <a:pt x="4069" y="465"/>
                    <a:pt x="4193" y="465"/>
                  </a:cubicBezTo>
                  <a:cubicBezTo>
                    <a:pt x="4327" y="465"/>
                    <a:pt x="4425" y="358"/>
                    <a:pt x="4425" y="233"/>
                  </a:cubicBezTo>
                  <a:cubicBezTo>
                    <a:pt x="4425" y="108"/>
                    <a:pt x="4327" y="1"/>
                    <a:pt x="4193" y="1"/>
                  </a:cubicBezTo>
                  <a:close/>
                  <a:moveTo>
                    <a:pt x="5514" y="1"/>
                  </a:moveTo>
                  <a:cubicBezTo>
                    <a:pt x="5389" y="1"/>
                    <a:pt x="5291" y="108"/>
                    <a:pt x="5291" y="233"/>
                  </a:cubicBezTo>
                  <a:cubicBezTo>
                    <a:pt x="5291" y="358"/>
                    <a:pt x="5389" y="465"/>
                    <a:pt x="5514" y="465"/>
                  </a:cubicBezTo>
                  <a:cubicBezTo>
                    <a:pt x="5648" y="465"/>
                    <a:pt x="5746" y="358"/>
                    <a:pt x="5746" y="233"/>
                  </a:cubicBezTo>
                  <a:cubicBezTo>
                    <a:pt x="5746" y="108"/>
                    <a:pt x="5648" y="1"/>
                    <a:pt x="5514" y="1"/>
                  </a:cubicBezTo>
                  <a:close/>
                  <a:moveTo>
                    <a:pt x="6843" y="1"/>
                  </a:moveTo>
                  <a:cubicBezTo>
                    <a:pt x="6709" y="1"/>
                    <a:pt x="6611" y="108"/>
                    <a:pt x="6611" y="233"/>
                  </a:cubicBezTo>
                  <a:cubicBezTo>
                    <a:pt x="6611" y="358"/>
                    <a:pt x="6709" y="465"/>
                    <a:pt x="6843" y="465"/>
                  </a:cubicBezTo>
                  <a:cubicBezTo>
                    <a:pt x="6968" y="465"/>
                    <a:pt x="7066" y="358"/>
                    <a:pt x="7066" y="233"/>
                  </a:cubicBezTo>
                  <a:cubicBezTo>
                    <a:pt x="7066" y="108"/>
                    <a:pt x="6968" y="1"/>
                    <a:pt x="6843" y="1"/>
                  </a:cubicBezTo>
                  <a:close/>
                  <a:moveTo>
                    <a:pt x="8163" y="1"/>
                  </a:moveTo>
                  <a:cubicBezTo>
                    <a:pt x="8029" y="1"/>
                    <a:pt x="7931" y="108"/>
                    <a:pt x="7931" y="233"/>
                  </a:cubicBezTo>
                  <a:cubicBezTo>
                    <a:pt x="7931" y="358"/>
                    <a:pt x="8029" y="465"/>
                    <a:pt x="8163" y="465"/>
                  </a:cubicBezTo>
                  <a:cubicBezTo>
                    <a:pt x="8288" y="465"/>
                    <a:pt x="8386" y="358"/>
                    <a:pt x="8386" y="233"/>
                  </a:cubicBezTo>
                  <a:cubicBezTo>
                    <a:pt x="8386" y="108"/>
                    <a:pt x="8288" y="1"/>
                    <a:pt x="8163" y="1"/>
                  </a:cubicBezTo>
                  <a:close/>
                  <a:moveTo>
                    <a:pt x="9484" y="1"/>
                  </a:moveTo>
                  <a:cubicBezTo>
                    <a:pt x="9359" y="1"/>
                    <a:pt x="9252" y="108"/>
                    <a:pt x="9252" y="233"/>
                  </a:cubicBezTo>
                  <a:cubicBezTo>
                    <a:pt x="9252" y="358"/>
                    <a:pt x="9359" y="465"/>
                    <a:pt x="9484" y="465"/>
                  </a:cubicBezTo>
                  <a:cubicBezTo>
                    <a:pt x="9609" y="465"/>
                    <a:pt x="9707" y="358"/>
                    <a:pt x="9707" y="233"/>
                  </a:cubicBezTo>
                  <a:cubicBezTo>
                    <a:pt x="9707" y="108"/>
                    <a:pt x="9609" y="1"/>
                    <a:pt x="94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" name="Google Shape;36;p12"/>
            <p:cNvSpPr/>
            <p:nvPr/>
          </p:nvSpPr>
          <p:spPr>
            <a:xfrm>
              <a:off x="8182800" y="199800"/>
              <a:ext cx="1059840" cy="57240"/>
            </a:xfrm>
            <a:custGeom>
              <a:rect b="b" l="l" r="r" t="t"/>
              <a:pathLst>
                <a:path extrusionOk="0" h="456" w="8387">
                  <a:moveTo>
                    <a:pt x="232" y="0"/>
                  </a:moveTo>
                  <a:cubicBezTo>
                    <a:pt x="108" y="0"/>
                    <a:pt x="1" y="98"/>
                    <a:pt x="1" y="223"/>
                  </a:cubicBezTo>
                  <a:cubicBezTo>
                    <a:pt x="1" y="357"/>
                    <a:pt x="108" y="455"/>
                    <a:pt x="232" y="455"/>
                  </a:cubicBezTo>
                  <a:cubicBezTo>
                    <a:pt x="357" y="455"/>
                    <a:pt x="464" y="357"/>
                    <a:pt x="464" y="223"/>
                  </a:cubicBezTo>
                  <a:cubicBezTo>
                    <a:pt x="464" y="98"/>
                    <a:pt x="357" y="0"/>
                    <a:pt x="232" y="0"/>
                  </a:cubicBezTo>
                  <a:close/>
                  <a:moveTo>
                    <a:pt x="1553" y="0"/>
                  </a:moveTo>
                  <a:cubicBezTo>
                    <a:pt x="1428" y="0"/>
                    <a:pt x="1321" y="98"/>
                    <a:pt x="1321" y="223"/>
                  </a:cubicBezTo>
                  <a:cubicBezTo>
                    <a:pt x="1321" y="357"/>
                    <a:pt x="1428" y="455"/>
                    <a:pt x="1553" y="455"/>
                  </a:cubicBezTo>
                  <a:cubicBezTo>
                    <a:pt x="1678" y="455"/>
                    <a:pt x="1785" y="357"/>
                    <a:pt x="1785" y="223"/>
                  </a:cubicBezTo>
                  <a:cubicBezTo>
                    <a:pt x="1785" y="98"/>
                    <a:pt x="1678" y="0"/>
                    <a:pt x="1553" y="0"/>
                  </a:cubicBezTo>
                  <a:close/>
                  <a:moveTo>
                    <a:pt x="2873" y="0"/>
                  </a:moveTo>
                  <a:cubicBezTo>
                    <a:pt x="2748" y="0"/>
                    <a:pt x="2641" y="98"/>
                    <a:pt x="2641" y="223"/>
                  </a:cubicBezTo>
                  <a:cubicBezTo>
                    <a:pt x="2641" y="357"/>
                    <a:pt x="2748" y="455"/>
                    <a:pt x="2873" y="455"/>
                  </a:cubicBezTo>
                  <a:cubicBezTo>
                    <a:pt x="2998" y="455"/>
                    <a:pt x="3105" y="357"/>
                    <a:pt x="3105" y="223"/>
                  </a:cubicBezTo>
                  <a:cubicBezTo>
                    <a:pt x="3105" y="98"/>
                    <a:pt x="2998" y="0"/>
                    <a:pt x="2873" y="0"/>
                  </a:cubicBezTo>
                  <a:close/>
                  <a:moveTo>
                    <a:pt x="4193" y="0"/>
                  </a:moveTo>
                  <a:cubicBezTo>
                    <a:pt x="4069" y="0"/>
                    <a:pt x="3970" y="98"/>
                    <a:pt x="3970" y="223"/>
                  </a:cubicBezTo>
                  <a:cubicBezTo>
                    <a:pt x="3970" y="357"/>
                    <a:pt x="4069" y="455"/>
                    <a:pt x="4193" y="455"/>
                  </a:cubicBezTo>
                  <a:cubicBezTo>
                    <a:pt x="4327" y="455"/>
                    <a:pt x="4425" y="357"/>
                    <a:pt x="4425" y="223"/>
                  </a:cubicBezTo>
                  <a:cubicBezTo>
                    <a:pt x="4425" y="98"/>
                    <a:pt x="4327" y="0"/>
                    <a:pt x="4193" y="0"/>
                  </a:cubicBezTo>
                  <a:close/>
                  <a:moveTo>
                    <a:pt x="5514" y="0"/>
                  </a:moveTo>
                  <a:cubicBezTo>
                    <a:pt x="5389" y="0"/>
                    <a:pt x="5291" y="98"/>
                    <a:pt x="5291" y="223"/>
                  </a:cubicBezTo>
                  <a:cubicBezTo>
                    <a:pt x="5291" y="357"/>
                    <a:pt x="5389" y="455"/>
                    <a:pt x="5514" y="455"/>
                  </a:cubicBezTo>
                  <a:cubicBezTo>
                    <a:pt x="5648" y="455"/>
                    <a:pt x="5746" y="357"/>
                    <a:pt x="5746" y="223"/>
                  </a:cubicBezTo>
                  <a:cubicBezTo>
                    <a:pt x="5746" y="98"/>
                    <a:pt x="5648" y="0"/>
                    <a:pt x="5514" y="0"/>
                  </a:cubicBezTo>
                  <a:close/>
                  <a:moveTo>
                    <a:pt x="6843" y="0"/>
                  </a:moveTo>
                  <a:cubicBezTo>
                    <a:pt x="6709" y="0"/>
                    <a:pt x="6611" y="98"/>
                    <a:pt x="6611" y="223"/>
                  </a:cubicBezTo>
                  <a:cubicBezTo>
                    <a:pt x="6611" y="357"/>
                    <a:pt x="6709" y="455"/>
                    <a:pt x="6843" y="455"/>
                  </a:cubicBezTo>
                  <a:cubicBezTo>
                    <a:pt x="6968" y="455"/>
                    <a:pt x="7066" y="357"/>
                    <a:pt x="7066" y="223"/>
                  </a:cubicBezTo>
                  <a:cubicBezTo>
                    <a:pt x="7066" y="98"/>
                    <a:pt x="6968" y="0"/>
                    <a:pt x="6843" y="0"/>
                  </a:cubicBezTo>
                  <a:close/>
                  <a:moveTo>
                    <a:pt x="8163" y="0"/>
                  </a:moveTo>
                  <a:cubicBezTo>
                    <a:pt x="8029" y="0"/>
                    <a:pt x="7931" y="98"/>
                    <a:pt x="7931" y="223"/>
                  </a:cubicBezTo>
                  <a:cubicBezTo>
                    <a:pt x="7931" y="357"/>
                    <a:pt x="8029" y="455"/>
                    <a:pt x="8163" y="455"/>
                  </a:cubicBezTo>
                  <a:cubicBezTo>
                    <a:pt x="8288" y="455"/>
                    <a:pt x="8386" y="357"/>
                    <a:pt x="8386" y="223"/>
                  </a:cubicBezTo>
                  <a:cubicBezTo>
                    <a:pt x="8386" y="98"/>
                    <a:pt x="8288" y="0"/>
                    <a:pt x="8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" name="Google Shape;37;p12"/>
            <p:cNvSpPr/>
            <p:nvPr/>
          </p:nvSpPr>
          <p:spPr>
            <a:xfrm>
              <a:off x="8015760" y="199800"/>
              <a:ext cx="60480" cy="57240"/>
            </a:xfrm>
            <a:custGeom>
              <a:rect b="b" l="l" r="r" t="t"/>
              <a:pathLst>
                <a:path extrusionOk="0" h="456" w="482">
                  <a:moveTo>
                    <a:pt x="232" y="0"/>
                  </a:moveTo>
                  <a:cubicBezTo>
                    <a:pt x="170" y="0"/>
                    <a:pt x="107" y="18"/>
                    <a:pt x="72" y="63"/>
                  </a:cubicBezTo>
                  <a:cubicBezTo>
                    <a:pt x="27" y="107"/>
                    <a:pt x="0" y="170"/>
                    <a:pt x="0" y="223"/>
                  </a:cubicBezTo>
                  <a:cubicBezTo>
                    <a:pt x="0" y="286"/>
                    <a:pt x="27" y="348"/>
                    <a:pt x="72" y="393"/>
                  </a:cubicBezTo>
                  <a:cubicBezTo>
                    <a:pt x="107" y="428"/>
                    <a:pt x="170" y="455"/>
                    <a:pt x="232" y="455"/>
                  </a:cubicBezTo>
                  <a:cubicBezTo>
                    <a:pt x="295" y="455"/>
                    <a:pt x="348" y="428"/>
                    <a:pt x="393" y="393"/>
                  </a:cubicBezTo>
                  <a:cubicBezTo>
                    <a:pt x="482" y="303"/>
                    <a:pt x="482" y="152"/>
                    <a:pt x="393" y="63"/>
                  </a:cubicBezTo>
                  <a:cubicBezTo>
                    <a:pt x="348" y="18"/>
                    <a:pt x="295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800" lIns="91425" spcFirstLastPara="1" rIns="91425" wrap="square" tIns="28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" name="Google Shape;38;p12"/>
            <p:cNvSpPr/>
            <p:nvPr/>
          </p:nvSpPr>
          <p:spPr>
            <a:xfrm>
              <a:off x="8182800" y="79920"/>
              <a:ext cx="892800" cy="58680"/>
            </a:xfrm>
            <a:custGeom>
              <a:rect b="b" l="l" r="r" t="t"/>
              <a:pathLst>
                <a:path extrusionOk="0" h="465" w="7066">
                  <a:moveTo>
                    <a:pt x="232" y="0"/>
                  </a:moveTo>
                  <a:cubicBezTo>
                    <a:pt x="108" y="0"/>
                    <a:pt x="1" y="108"/>
                    <a:pt x="1" y="232"/>
                  </a:cubicBezTo>
                  <a:cubicBezTo>
                    <a:pt x="1" y="357"/>
                    <a:pt x="108" y="464"/>
                    <a:pt x="232" y="464"/>
                  </a:cubicBezTo>
                  <a:cubicBezTo>
                    <a:pt x="357" y="464"/>
                    <a:pt x="464" y="357"/>
                    <a:pt x="464" y="232"/>
                  </a:cubicBezTo>
                  <a:cubicBezTo>
                    <a:pt x="464" y="108"/>
                    <a:pt x="357" y="0"/>
                    <a:pt x="232" y="0"/>
                  </a:cubicBezTo>
                  <a:close/>
                  <a:moveTo>
                    <a:pt x="1553" y="0"/>
                  </a:moveTo>
                  <a:cubicBezTo>
                    <a:pt x="1428" y="0"/>
                    <a:pt x="1321" y="108"/>
                    <a:pt x="1321" y="232"/>
                  </a:cubicBezTo>
                  <a:cubicBezTo>
                    <a:pt x="1321" y="357"/>
                    <a:pt x="1428" y="464"/>
                    <a:pt x="1553" y="464"/>
                  </a:cubicBezTo>
                  <a:cubicBezTo>
                    <a:pt x="1678" y="464"/>
                    <a:pt x="1785" y="357"/>
                    <a:pt x="1785" y="232"/>
                  </a:cubicBezTo>
                  <a:cubicBezTo>
                    <a:pt x="1785" y="108"/>
                    <a:pt x="1678" y="0"/>
                    <a:pt x="1553" y="0"/>
                  </a:cubicBezTo>
                  <a:close/>
                  <a:moveTo>
                    <a:pt x="2873" y="0"/>
                  </a:moveTo>
                  <a:cubicBezTo>
                    <a:pt x="2748" y="0"/>
                    <a:pt x="2641" y="108"/>
                    <a:pt x="2641" y="232"/>
                  </a:cubicBezTo>
                  <a:cubicBezTo>
                    <a:pt x="2641" y="357"/>
                    <a:pt x="2748" y="464"/>
                    <a:pt x="2873" y="464"/>
                  </a:cubicBezTo>
                  <a:cubicBezTo>
                    <a:pt x="2998" y="464"/>
                    <a:pt x="3105" y="357"/>
                    <a:pt x="3105" y="232"/>
                  </a:cubicBezTo>
                  <a:cubicBezTo>
                    <a:pt x="3105" y="108"/>
                    <a:pt x="2998" y="0"/>
                    <a:pt x="2873" y="0"/>
                  </a:cubicBezTo>
                  <a:close/>
                  <a:moveTo>
                    <a:pt x="4193" y="0"/>
                  </a:moveTo>
                  <a:cubicBezTo>
                    <a:pt x="4069" y="0"/>
                    <a:pt x="3970" y="108"/>
                    <a:pt x="3970" y="232"/>
                  </a:cubicBezTo>
                  <a:cubicBezTo>
                    <a:pt x="3970" y="357"/>
                    <a:pt x="4069" y="464"/>
                    <a:pt x="4193" y="464"/>
                  </a:cubicBezTo>
                  <a:cubicBezTo>
                    <a:pt x="4327" y="464"/>
                    <a:pt x="4425" y="357"/>
                    <a:pt x="4425" y="232"/>
                  </a:cubicBezTo>
                  <a:cubicBezTo>
                    <a:pt x="4425" y="108"/>
                    <a:pt x="4327" y="0"/>
                    <a:pt x="4193" y="0"/>
                  </a:cubicBezTo>
                  <a:close/>
                  <a:moveTo>
                    <a:pt x="5514" y="0"/>
                  </a:moveTo>
                  <a:cubicBezTo>
                    <a:pt x="5389" y="0"/>
                    <a:pt x="5291" y="108"/>
                    <a:pt x="5291" y="232"/>
                  </a:cubicBezTo>
                  <a:cubicBezTo>
                    <a:pt x="5291" y="357"/>
                    <a:pt x="5389" y="464"/>
                    <a:pt x="5514" y="464"/>
                  </a:cubicBezTo>
                  <a:cubicBezTo>
                    <a:pt x="5648" y="464"/>
                    <a:pt x="5746" y="357"/>
                    <a:pt x="5746" y="232"/>
                  </a:cubicBezTo>
                  <a:cubicBezTo>
                    <a:pt x="5746" y="108"/>
                    <a:pt x="5648" y="0"/>
                    <a:pt x="5514" y="0"/>
                  </a:cubicBezTo>
                  <a:close/>
                  <a:moveTo>
                    <a:pt x="6843" y="0"/>
                  </a:moveTo>
                  <a:cubicBezTo>
                    <a:pt x="6709" y="0"/>
                    <a:pt x="6611" y="108"/>
                    <a:pt x="6611" y="232"/>
                  </a:cubicBezTo>
                  <a:cubicBezTo>
                    <a:pt x="6611" y="357"/>
                    <a:pt x="6709" y="464"/>
                    <a:pt x="6843" y="464"/>
                  </a:cubicBezTo>
                  <a:cubicBezTo>
                    <a:pt x="6968" y="464"/>
                    <a:pt x="7066" y="357"/>
                    <a:pt x="7066" y="232"/>
                  </a:cubicBezTo>
                  <a:cubicBezTo>
                    <a:pt x="7066" y="108"/>
                    <a:pt x="6968" y="0"/>
                    <a:pt x="68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>
              <a:off x="8015760" y="79920"/>
              <a:ext cx="60480" cy="58680"/>
            </a:xfrm>
            <a:custGeom>
              <a:rect b="b" l="l" r="r" t="t"/>
              <a:pathLst>
                <a:path extrusionOk="0" h="465" w="482">
                  <a:moveTo>
                    <a:pt x="232" y="0"/>
                  </a:moveTo>
                  <a:cubicBezTo>
                    <a:pt x="170" y="0"/>
                    <a:pt x="107" y="27"/>
                    <a:pt x="72" y="72"/>
                  </a:cubicBezTo>
                  <a:cubicBezTo>
                    <a:pt x="27" y="108"/>
                    <a:pt x="0" y="170"/>
                    <a:pt x="0" y="232"/>
                  </a:cubicBezTo>
                  <a:cubicBezTo>
                    <a:pt x="0" y="295"/>
                    <a:pt x="27" y="348"/>
                    <a:pt x="72" y="393"/>
                  </a:cubicBezTo>
                  <a:cubicBezTo>
                    <a:pt x="107" y="438"/>
                    <a:pt x="170" y="464"/>
                    <a:pt x="232" y="464"/>
                  </a:cubicBezTo>
                  <a:cubicBezTo>
                    <a:pt x="295" y="464"/>
                    <a:pt x="348" y="438"/>
                    <a:pt x="393" y="393"/>
                  </a:cubicBezTo>
                  <a:cubicBezTo>
                    <a:pt x="482" y="304"/>
                    <a:pt x="482" y="152"/>
                    <a:pt x="393" y="72"/>
                  </a:cubicBezTo>
                  <a:cubicBezTo>
                    <a:pt x="348" y="27"/>
                    <a:pt x="295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9500" lIns="91425" spcFirstLastPara="1" rIns="91425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0" name="Google Shape;40;p12"/>
          <p:cNvGrpSpPr/>
          <p:nvPr/>
        </p:nvGrpSpPr>
        <p:grpSpPr>
          <a:xfrm>
            <a:off x="-538920" y="3343320"/>
            <a:ext cx="1236240" cy="1729440"/>
            <a:chOff x="-538920" y="3343320"/>
            <a:chExt cx="1236240" cy="1729440"/>
          </a:xfrm>
        </p:grpSpPr>
        <p:sp>
          <p:nvSpPr>
            <p:cNvPr id="41" name="Google Shape;41;p12"/>
            <p:cNvSpPr/>
            <p:nvPr/>
          </p:nvSpPr>
          <p:spPr>
            <a:xfrm flipH="1" rot="10800000">
              <a:off x="-538920" y="3343320"/>
              <a:ext cx="1086840" cy="1087200"/>
            </a:xfrm>
            <a:custGeom>
              <a:rect b="b" l="l" r="r" t="t"/>
              <a:pathLst>
                <a:path extrusionOk="0" h="10252" w="10251">
                  <a:moveTo>
                    <a:pt x="5130" y="2017"/>
                  </a:moveTo>
                  <a:cubicBezTo>
                    <a:pt x="6843" y="2017"/>
                    <a:pt x="8235" y="3409"/>
                    <a:pt x="8235" y="5122"/>
                  </a:cubicBezTo>
                  <a:cubicBezTo>
                    <a:pt x="8235" y="6843"/>
                    <a:pt x="6843" y="8235"/>
                    <a:pt x="5130" y="8235"/>
                  </a:cubicBezTo>
                  <a:cubicBezTo>
                    <a:pt x="3408" y="8235"/>
                    <a:pt x="2017" y="6843"/>
                    <a:pt x="2017" y="5122"/>
                  </a:cubicBezTo>
                  <a:cubicBezTo>
                    <a:pt x="2017" y="3409"/>
                    <a:pt x="3408" y="2017"/>
                    <a:pt x="5130" y="2017"/>
                  </a:cubicBezTo>
                  <a:close/>
                  <a:moveTo>
                    <a:pt x="4693" y="1"/>
                  </a:moveTo>
                  <a:lnTo>
                    <a:pt x="4506" y="1178"/>
                  </a:lnTo>
                  <a:cubicBezTo>
                    <a:pt x="4229" y="1223"/>
                    <a:pt x="3952" y="1294"/>
                    <a:pt x="3694" y="1393"/>
                  </a:cubicBezTo>
                  <a:lnTo>
                    <a:pt x="2944" y="465"/>
                  </a:lnTo>
                  <a:lnTo>
                    <a:pt x="2186" y="902"/>
                  </a:lnTo>
                  <a:lnTo>
                    <a:pt x="2623" y="2017"/>
                  </a:lnTo>
                  <a:cubicBezTo>
                    <a:pt x="2400" y="2195"/>
                    <a:pt x="2195" y="2392"/>
                    <a:pt x="2017" y="2615"/>
                  </a:cubicBezTo>
                  <a:lnTo>
                    <a:pt x="910" y="2186"/>
                  </a:lnTo>
                  <a:lnTo>
                    <a:pt x="473" y="2945"/>
                  </a:lnTo>
                  <a:lnTo>
                    <a:pt x="1401" y="3685"/>
                  </a:lnTo>
                  <a:cubicBezTo>
                    <a:pt x="1303" y="3944"/>
                    <a:pt x="1223" y="4220"/>
                    <a:pt x="1178" y="4506"/>
                  </a:cubicBezTo>
                  <a:lnTo>
                    <a:pt x="0" y="4684"/>
                  </a:lnTo>
                  <a:lnTo>
                    <a:pt x="0" y="5559"/>
                  </a:lnTo>
                  <a:lnTo>
                    <a:pt x="1178" y="5746"/>
                  </a:lnTo>
                  <a:cubicBezTo>
                    <a:pt x="1223" y="6031"/>
                    <a:pt x="1303" y="6299"/>
                    <a:pt x="1401" y="6567"/>
                  </a:cubicBezTo>
                  <a:lnTo>
                    <a:pt x="473" y="7307"/>
                  </a:lnTo>
                  <a:lnTo>
                    <a:pt x="910" y="8065"/>
                  </a:lnTo>
                  <a:lnTo>
                    <a:pt x="2017" y="7637"/>
                  </a:lnTo>
                  <a:cubicBezTo>
                    <a:pt x="2195" y="7851"/>
                    <a:pt x="2400" y="8057"/>
                    <a:pt x="2623" y="8235"/>
                  </a:cubicBezTo>
                  <a:lnTo>
                    <a:pt x="2186" y="9341"/>
                  </a:lnTo>
                  <a:lnTo>
                    <a:pt x="2944" y="9778"/>
                  </a:lnTo>
                  <a:lnTo>
                    <a:pt x="3694" y="8850"/>
                  </a:lnTo>
                  <a:cubicBezTo>
                    <a:pt x="3952" y="8958"/>
                    <a:pt x="4229" y="9029"/>
                    <a:pt x="4506" y="9074"/>
                  </a:cubicBezTo>
                  <a:lnTo>
                    <a:pt x="4693" y="10251"/>
                  </a:lnTo>
                  <a:lnTo>
                    <a:pt x="5567" y="10251"/>
                  </a:lnTo>
                  <a:lnTo>
                    <a:pt x="5746" y="9074"/>
                  </a:lnTo>
                  <a:cubicBezTo>
                    <a:pt x="6031" y="9029"/>
                    <a:pt x="6308" y="8958"/>
                    <a:pt x="6566" y="8850"/>
                  </a:cubicBezTo>
                  <a:lnTo>
                    <a:pt x="7316" y="9778"/>
                  </a:lnTo>
                  <a:lnTo>
                    <a:pt x="8065" y="9341"/>
                  </a:lnTo>
                  <a:lnTo>
                    <a:pt x="7637" y="8235"/>
                  </a:lnTo>
                  <a:cubicBezTo>
                    <a:pt x="7860" y="8057"/>
                    <a:pt x="8056" y="7851"/>
                    <a:pt x="8235" y="7637"/>
                  </a:cubicBezTo>
                  <a:lnTo>
                    <a:pt x="9350" y="8065"/>
                  </a:lnTo>
                  <a:lnTo>
                    <a:pt x="9787" y="7307"/>
                  </a:lnTo>
                  <a:lnTo>
                    <a:pt x="8859" y="6567"/>
                  </a:lnTo>
                  <a:cubicBezTo>
                    <a:pt x="8957" y="6299"/>
                    <a:pt x="9037" y="6031"/>
                    <a:pt x="9082" y="5746"/>
                  </a:cubicBezTo>
                  <a:lnTo>
                    <a:pt x="10251" y="5559"/>
                  </a:lnTo>
                  <a:lnTo>
                    <a:pt x="10251" y="4684"/>
                  </a:lnTo>
                  <a:lnTo>
                    <a:pt x="9082" y="4506"/>
                  </a:lnTo>
                  <a:cubicBezTo>
                    <a:pt x="9037" y="4220"/>
                    <a:pt x="8957" y="3944"/>
                    <a:pt x="8859" y="3685"/>
                  </a:cubicBezTo>
                  <a:lnTo>
                    <a:pt x="9787" y="2945"/>
                  </a:lnTo>
                  <a:lnTo>
                    <a:pt x="9350" y="2186"/>
                  </a:lnTo>
                  <a:lnTo>
                    <a:pt x="8235" y="2615"/>
                  </a:lnTo>
                  <a:cubicBezTo>
                    <a:pt x="8056" y="2392"/>
                    <a:pt x="7860" y="2195"/>
                    <a:pt x="7637" y="2017"/>
                  </a:cubicBezTo>
                  <a:lnTo>
                    <a:pt x="8065" y="902"/>
                  </a:lnTo>
                  <a:lnTo>
                    <a:pt x="7316" y="465"/>
                  </a:lnTo>
                  <a:lnTo>
                    <a:pt x="6566" y="1393"/>
                  </a:lnTo>
                  <a:cubicBezTo>
                    <a:pt x="6308" y="1294"/>
                    <a:pt x="6031" y="1223"/>
                    <a:pt x="5746" y="1178"/>
                  </a:cubicBezTo>
                  <a:lnTo>
                    <a:pt x="55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 flipH="1" rot="10800000">
              <a:off x="55800" y="4430880"/>
              <a:ext cx="641520" cy="641880"/>
            </a:xfrm>
            <a:custGeom>
              <a:rect b="b" l="l" r="r" t="t"/>
              <a:pathLst>
                <a:path extrusionOk="0" h="4712" w="4711">
                  <a:moveTo>
                    <a:pt x="2355" y="929"/>
                  </a:moveTo>
                  <a:cubicBezTo>
                    <a:pt x="3149" y="929"/>
                    <a:pt x="3792" y="1562"/>
                    <a:pt x="3792" y="2356"/>
                  </a:cubicBezTo>
                  <a:cubicBezTo>
                    <a:pt x="3792" y="3141"/>
                    <a:pt x="3149" y="3783"/>
                    <a:pt x="2355" y="3783"/>
                  </a:cubicBezTo>
                  <a:cubicBezTo>
                    <a:pt x="1570" y="3783"/>
                    <a:pt x="928" y="3141"/>
                    <a:pt x="928" y="2356"/>
                  </a:cubicBezTo>
                  <a:cubicBezTo>
                    <a:pt x="928" y="1562"/>
                    <a:pt x="1570" y="929"/>
                    <a:pt x="2355" y="929"/>
                  </a:cubicBezTo>
                  <a:close/>
                  <a:moveTo>
                    <a:pt x="2159" y="1"/>
                  </a:moveTo>
                  <a:lnTo>
                    <a:pt x="2070" y="536"/>
                  </a:lnTo>
                  <a:cubicBezTo>
                    <a:pt x="1945" y="563"/>
                    <a:pt x="1820" y="598"/>
                    <a:pt x="1695" y="643"/>
                  </a:cubicBezTo>
                  <a:lnTo>
                    <a:pt x="1356" y="215"/>
                  </a:lnTo>
                  <a:lnTo>
                    <a:pt x="1008" y="411"/>
                  </a:lnTo>
                  <a:lnTo>
                    <a:pt x="1205" y="929"/>
                  </a:lnTo>
                  <a:cubicBezTo>
                    <a:pt x="1106" y="1009"/>
                    <a:pt x="1008" y="1098"/>
                    <a:pt x="928" y="1205"/>
                  </a:cubicBezTo>
                  <a:lnTo>
                    <a:pt x="420" y="1000"/>
                  </a:lnTo>
                  <a:lnTo>
                    <a:pt x="214" y="1348"/>
                  </a:lnTo>
                  <a:lnTo>
                    <a:pt x="643" y="1696"/>
                  </a:lnTo>
                  <a:cubicBezTo>
                    <a:pt x="598" y="1812"/>
                    <a:pt x="562" y="1937"/>
                    <a:pt x="544" y="2070"/>
                  </a:cubicBezTo>
                  <a:lnTo>
                    <a:pt x="0" y="2151"/>
                  </a:lnTo>
                  <a:lnTo>
                    <a:pt x="0" y="2552"/>
                  </a:lnTo>
                  <a:lnTo>
                    <a:pt x="544" y="2641"/>
                  </a:lnTo>
                  <a:cubicBezTo>
                    <a:pt x="562" y="2766"/>
                    <a:pt x="598" y="2900"/>
                    <a:pt x="643" y="3016"/>
                  </a:cubicBezTo>
                  <a:lnTo>
                    <a:pt x="214" y="3355"/>
                  </a:lnTo>
                  <a:lnTo>
                    <a:pt x="420" y="3703"/>
                  </a:lnTo>
                  <a:lnTo>
                    <a:pt x="928" y="3507"/>
                  </a:lnTo>
                  <a:cubicBezTo>
                    <a:pt x="1008" y="3614"/>
                    <a:pt x="1106" y="3703"/>
                    <a:pt x="1205" y="3783"/>
                  </a:cubicBezTo>
                  <a:lnTo>
                    <a:pt x="1008" y="4292"/>
                  </a:lnTo>
                  <a:lnTo>
                    <a:pt x="1356" y="4497"/>
                  </a:lnTo>
                  <a:lnTo>
                    <a:pt x="1695" y="4069"/>
                  </a:lnTo>
                  <a:cubicBezTo>
                    <a:pt x="1820" y="4113"/>
                    <a:pt x="1945" y="4149"/>
                    <a:pt x="2070" y="4167"/>
                  </a:cubicBezTo>
                  <a:lnTo>
                    <a:pt x="2159" y="4711"/>
                  </a:lnTo>
                  <a:lnTo>
                    <a:pt x="2561" y="4711"/>
                  </a:lnTo>
                  <a:lnTo>
                    <a:pt x="2641" y="4167"/>
                  </a:lnTo>
                  <a:cubicBezTo>
                    <a:pt x="2775" y="4149"/>
                    <a:pt x="2900" y="4113"/>
                    <a:pt x="3016" y="4069"/>
                  </a:cubicBezTo>
                  <a:lnTo>
                    <a:pt x="3364" y="4497"/>
                  </a:lnTo>
                  <a:lnTo>
                    <a:pt x="3711" y="4292"/>
                  </a:lnTo>
                  <a:lnTo>
                    <a:pt x="3515" y="3783"/>
                  </a:lnTo>
                  <a:cubicBezTo>
                    <a:pt x="3613" y="3703"/>
                    <a:pt x="3703" y="3614"/>
                    <a:pt x="3792" y="3507"/>
                  </a:cubicBezTo>
                  <a:lnTo>
                    <a:pt x="4300" y="3703"/>
                  </a:lnTo>
                  <a:lnTo>
                    <a:pt x="4496" y="3355"/>
                  </a:lnTo>
                  <a:lnTo>
                    <a:pt x="4077" y="3016"/>
                  </a:lnTo>
                  <a:cubicBezTo>
                    <a:pt x="4122" y="2900"/>
                    <a:pt x="4157" y="2766"/>
                    <a:pt x="4175" y="2641"/>
                  </a:cubicBezTo>
                  <a:lnTo>
                    <a:pt x="4711" y="2552"/>
                  </a:lnTo>
                  <a:lnTo>
                    <a:pt x="4711" y="2151"/>
                  </a:lnTo>
                  <a:lnTo>
                    <a:pt x="4175" y="2070"/>
                  </a:lnTo>
                  <a:cubicBezTo>
                    <a:pt x="4157" y="1937"/>
                    <a:pt x="4122" y="1812"/>
                    <a:pt x="4077" y="1696"/>
                  </a:cubicBezTo>
                  <a:lnTo>
                    <a:pt x="4496" y="1348"/>
                  </a:lnTo>
                  <a:lnTo>
                    <a:pt x="4300" y="1000"/>
                  </a:lnTo>
                  <a:lnTo>
                    <a:pt x="3792" y="1205"/>
                  </a:lnTo>
                  <a:cubicBezTo>
                    <a:pt x="3703" y="1098"/>
                    <a:pt x="3613" y="1009"/>
                    <a:pt x="3515" y="929"/>
                  </a:cubicBezTo>
                  <a:lnTo>
                    <a:pt x="3711" y="411"/>
                  </a:lnTo>
                  <a:lnTo>
                    <a:pt x="3364" y="215"/>
                  </a:lnTo>
                  <a:lnTo>
                    <a:pt x="3016" y="643"/>
                  </a:lnTo>
                  <a:cubicBezTo>
                    <a:pt x="2900" y="598"/>
                    <a:pt x="2775" y="563"/>
                    <a:pt x="2641" y="536"/>
                  </a:cubicBezTo>
                  <a:lnTo>
                    <a:pt x="2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"/>
          <p:cNvGrpSpPr/>
          <p:nvPr/>
        </p:nvGrpSpPr>
        <p:grpSpPr>
          <a:xfrm>
            <a:off x="-1413720" y="-1420200"/>
            <a:ext cx="4055400" cy="4054320"/>
            <a:chOff x="-1413720" y="-1420200"/>
            <a:chExt cx="4055400" cy="4054320"/>
          </a:xfrm>
        </p:grpSpPr>
        <p:grpSp>
          <p:nvGrpSpPr>
            <p:cNvPr id="51" name="Google Shape;51;p1"/>
            <p:cNvGrpSpPr/>
            <p:nvPr/>
          </p:nvGrpSpPr>
          <p:grpSpPr>
            <a:xfrm>
              <a:off x="-313920" y="-321840"/>
              <a:ext cx="1855440" cy="1856520"/>
              <a:chOff x="-313920" y="-321840"/>
              <a:chExt cx="1855440" cy="1856520"/>
            </a:xfrm>
          </p:grpSpPr>
          <p:sp>
            <p:nvSpPr>
              <p:cNvPr id="52" name="Google Shape;52;p1"/>
              <p:cNvSpPr/>
              <p:nvPr/>
            </p:nvSpPr>
            <p:spPr>
              <a:xfrm>
                <a:off x="194040" y="186840"/>
                <a:ext cx="839160" cy="839160"/>
              </a:xfrm>
              <a:custGeom>
                <a:rect b="b" l="l" r="r" t="t"/>
                <a:pathLst>
                  <a:path extrusionOk="0" h="7994" w="7994">
                    <a:moveTo>
                      <a:pt x="3997" y="2061"/>
                    </a:moveTo>
                    <a:cubicBezTo>
                      <a:pt x="5067" y="2061"/>
                      <a:pt x="5933" y="2927"/>
                      <a:pt x="5933" y="3997"/>
                    </a:cubicBezTo>
                    <a:cubicBezTo>
                      <a:pt x="5933" y="5068"/>
                      <a:pt x="5067" y="5933"/>
                      <a:pt x="3997" y="5933"/>
                    </a:cubicBezTo>
                    <a:cubicBezTo>
                      <a:pt x="2926" y="5933"/>
                      <a:pt x="2061" y="5068"/>
                      <a:pt x="2061" y="3997"/>
                    </a:cubicBezTo>
                    <a:cubicBezTo>
                      <a:pt x="2061" y="2927"/>
                      <a:pt x="2926" y="2061"/>
                      <a:pt x="3997" y="2061"/>
                    </a:cubicBezTo>
                    <a:close/>
                    <a:moveTo>
                      <a:pt x="3658" y="1"/>
                    </a:moveTo>
                    <a:lnTo>
                      <a:pt x="3515" y="920"/>
                    </a:lnTo>
                    <a:cubicBezTo>
                      <a:pt x="3292" y="955"/>
                      <a:pt x="3078" y="1009"/>
                      <a:pt x="2882" y="1089"/>
                    </a:cubicBezTo>
                    <a:lnTo>
                      <a:pt x="2293" y="366"/>
                    </a:lnTo>
                    <a:lnTo>
                      <a:pt x="1704" y="705"/>
                    </a:lnTo>
                    <a:lnTo>
                      <a:pt x="2043" y="1571"/>
                    </a:lnTo>
                    <a:cubicBezTo>
                      <a:pt x="1874" y="1714"/>
                      <a:pt x="1713" y="1865"/>
                      <a:pt x="1570" y="2044"/>
                    </a:cubicBezTo>
                    <a:lnTo>
                      <a:pt x="714" y="1705"/>
                    </a:lnTo>
                    <a:lnTo>
                      <a:pt x="366" y="2293"/>
                    </a:lnTo>
                    <a:lnTo>
                      <a:pt x="1089" y="2873"/>
                    </a:lnTo>
                    <a:cubicBezTo>
                      <a:pt x="1017" y="3078"/>
                      <a:pt x="955" y="3293"/>
                      <a:pt x="919" y="3516"/>
                    </a:cubicBezTo>
                    <a:lnTo>
                      <a:pt x="0" y="3658"/>
                    </a:lnTo>
                    <a:lnTo>
                      <a:pt x="0" y="4336"/>
                    </a:lnTo>
                    <a:lnTo>
                      <a:pt x="919" y="4479"/>
                    </a:lnTo>
                    <a:cubicBezTo>
                      <a:pt x="955" y="4702"/>
                      <a:pt x="1017" y="4916"/>
                      <a:pt x="1089" y="5121"/>
                    </a:cubicBezTo>
                    <a:lnTo>
                      <a:pt x="366" y="5701"/>
                    </a:lnTo>
                    <a:lnTo>
                      <a:pt x="714" y="6290"/>
                    </a:lnTo>
                    <a:lnTo>
                      <a:pt x="1570" y="5951"/>
                    </a:lnTo>
                    <a:cubicBezTo>
                      <a:pt x="1713" y="6121"/>
                      <a:pt x="1874" y="6281"/>
                      <a:pt x="2043" y="6424"/>
                    </a:cubicBezTo>
                    <a:lnTo>
                      <a:pt x="1704" y="7289"/>
                    </a:lnTo>
                    <a:lnTo>
                      <a:pt x="2293" y="7628"/>
                    </a:lnTo>
                    <a:lnTo>
                      <a:pt x="2882" y="6906"/>
                    </a:lnTo>
                    <a:cubicBezTo>
                      <a:pt x="3078" y="6986"/>
                      <a:pt x="3292" y="7039"/>
                      <a:pt x="3515" y="7075"/>
                    </a:cubicBezTo>
                    <a:lnTo>
                      <a:pt x="3658" y="7994"/>
                    </a:lnTo>
                    <a:lnTo>
                      <a:pt x="4336" y="7994"/>
                    </a:lnTo>
                    <a:lnTo>
                      <a:pt x="4479" y="7075"/>
                    </a:lnTo>
                    <a:cubicBezTo>
                      <a:pt x="4702" y="7039"/>
                      <a:pt x="4916" y="6986"/>
                      <a:pt x="5121" y="6906"/>
                    </a:cubicBezTo>
                    <a:lnTo>
                      <a:pt x="5701" y="7628"/>
                    </a:lnTo>
                    <a:lnTo>
                      <a:pt x="6290" y="7289"/>
                    </a:lnTo>
                    <a:lnTo>
                      <a:pt x="5959" y="6424"/>
                    </a:lnTo>
                    <a:cubicBezTo>
                      <a:pt x="6129" y="6281"/>
                      <a:pt x="6281" y="6121"/>
                      <a:pt x="6423" y="5951"/>
                    </a:cubicBezTo>
                    <a:lnTo>
                      <a:pt x="7289" y="6290"/>
                    </a:lnTo>
                    <a:lnTo>
                      <a:pt x="7628" y="5701"/>
                    </a:lnTo>
                    <a:lnTo>
                      <a:pt x="6905" y="5121"/>
                    </a:lnTo>
                    <a:cubicBezTo>
                      <a:pt x="6985" y="4916"/>
                      <a:pt x="7039" y="4702"/>
                      <a:pt x="7075" y="4479"/>
                    </a:cubicBezTo>
                    <a:lnTo>
                      <a:pt x="7993" y="4336"/>
                    </a:lnTo>
                    <a:lnTo>
                      <a:pt x="7993" y="3658"/>
                    </a:lnTo>
                    <a:lnTo>
                      <a:pt x="7075" y="3516"/>
                    </a:lnTo>
                    <a:cubicBezTo>
                      <a:pt x="7039" y="3293"/>
                      <a:pt x="6985" y="3078"/>
                      <a:pt x="6905" y="2873"/>
                    </a:cubicBezTo>
                    <a:lnTo>
                      <a:pt x="7628" y="2293"/>
                    </a:lnTo>
                    <a:lnTo>
                      <a:pt x="7289" y="1705"/>
                    </a:lnTo>
                    <a:lnTo>
                      <a:pt x="6423" y="2044"/>
                    </a:lnTo>
                    <a:cubicBezTo>
                      <a:pt x="6281" y="1865"/>
                      <a:pt x="6129" y="1714"/>
                      <a:pt x="5959" y="1571"/>
                    </a:cubicBezTo>
                    <a:lnTo>
                      <a:pt x="6290" y="705"/>
                    </a:lnTo>
                    <a:lnTo>
                      <a:pt x="5701" y="366"/>
                    </a:lnTo>
                    <a:lnTo>
                      <a:pt x="5121" y="1089"/>
                    </a:lnTo>
                    <a:cubicBezTo>
                      <a:pt x="4916" y="1009"/>
                      <a:pt x="4702" y="955"/>
                      <a:pt x="4479" y="920"/>
                    </a:cubicBezTo>
                    <a:lnTo>
                      <a:pt x="43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-244440" y="-251640"/>
                <a:ext cx="1716840" cy="1715760"/>
              </a:xfrm>
              <a:custGeom>
                <a:rect b="b" l="l" r="r" t="t"/>
                <a:pathLst>
                  <a:path extrusionOk="0" h="16344" w="16353">
                    <a:moveTo>
                      <a:pt x="8172" y="3212"/>
                    </a:moveTo>
                    <a:cubicBezTo>
                      <a:pt x="10911" y="3212"/>
                      <a:pt x="13132" y="5434"/>
                      <a:pt x="13132" y="8172"/>
                    </a:cubicBezTo>
                    <a:cubicBezTo>
                      <a:pt x="13132" y="10911"/>
                      <a:pt x="10911" y="13132"/>
                      <a:pt x="8172" y="13132"/>
                    </a:cubicBezTo>
                    <a:cubicBezTo>
                      <a:pt x="5433" y="13132"/>
                      <a:pt x="3212" y="10911"/>
                      <a:pt x="3212" y="8172"/>
                    </a:cubicBezTo>
                    <a:cubicBezTo>
                      <a:pt x="3212" y="5434"/>
                      <a:pt x="5433" y="3212"/>
                      <a:pt x="8172" y="3212"/>
                    </a:cubicBezTo>
                    <a:close/>
                    <a:moveTo>
                      <a:pt x="7476" y="1"/>
                    </a:moveTo>
                    <a:lnTo>
                      <a:pt x="7191" y="1874"/>
                    </a:lnTo>
                    <a:cubicBezTo>
                      <a:pt x="6736" y="1945"/>
                      <a:pt x="6298" y="2061"/>
                      <a:pt x="5879" y="2222"/>
                    </a:cubicBezTo>
                    <a:lnTo>
                      <a:pt x="4693" y="741"/>
                    </a:lnTo>
                    <a:lnTo>
                      <a:pt x="3479" y="1437"/>
                    </a:lnTo>
                    <a:lnTo>
                      <a:pt x="4166" y="3212"/>
                    </a:lnTo>
                    <a:cubicBezTo>
                      <a:pt x="3818" y="3498"/>
                      <a:pt x="3497" y="3819"/>
                      <a:pt x="3212" y="4167"/>
                    </a:cubicBezTo>
                    <a:lnTo>
                      <a:pt x="1445" y="3480"/>
                    </a:lnTo>
                    <a:lnTo>
                      <a:pt x="750" y="4684"/>
                    </a:lnTo>
                    <a:lnTo>
                      <a:pt x="2221" y="5880"/>
                    </a:lnTo>
                    <a:cubicBezTo>
                      <a:pt x="2061" y="6290"/>
                      <a:pt x="1945" y="6727"/>
                      <a:pt x="1874" y="7182"/>
                    </a:cubicBezTo>
                    <a:lnTo>
                      <a:pt x="0" y="7476"/>
                    </a:lnTo>
                    <a:lnTo>
                      <a:pt x="0" y="8868"/>
                    </a:lnTo>
                    <a:lnTo>
                      <a:pt x="1874" y="9163"/>
                    </a:lnTo>
                    <a:cubicBezTo>
                      <a:pt x="1945" y="9609"/>
                      <a:pt x="2061" y="10046"/>
                      <a:pt x="2221" y="10465"/>
                    </a:cubicBezTo>
                    <a:lnTo>
                      <a:pt x="750" y="11660"/>
                    </a:lnTo>
                    <a:lnTo>
                      <a:pt x="1445" y="12865"/>
                    </a:lnTo>
                    <a:lnTo>
                      <a:pt x="3212" y="12178"/>
                    </a:lnTo>
                    <a:cubicBezTo>
                      <a:pt x="3497" y="12526"/>
                      <a:pt x="3818" y="12847"/>
                      <a:pt x="4166" y="13132"/>
                    </a:cubicBezTo>
                    <a:lnTo>
                      <a:pt x="3479" y="14908"/>
                    </a:lnTo>
                    <a:lnTo>
                      <a:pt x="4693" y="15604"/>
                    </a:lnTo>
                    <a:lnTo>
                      <a:pt x="5879" y="14123"/>
                    </a:lnTo>
                    <a:cubicBezTo>
                      <a:pt x="6298" y="14283"/>
                      <a:pt x="6736" y="14399"/>
                      <a:pt x="7191" y="14471"/>
                    </a:cubicBezTo>
                    <a:lnTo>
                      <a:pt x="7476" y="16344"/>
                    </a:lnTo>
                    <a:lnTo>
                      <a:pt x="8868" y="16344"/>
                    </a:lnTo>
                    <a:lnTo>
                      <a:pt x="9162" y="14471"/>
                    </a:lnTo>
                    <a:cubicBezTo>
                      <a:pt x="9617" y="14399"/>
                      <a:pt x="10054" y="14283"/>
                      <a:pt x="10465" y="14123"/>
                    </a:cubicBezTo>
                    <a:lnTo>
                      <a:pt x="11660" y="15604"/>
                    </a:lnTo>
                    <a:lnTo>
                      <a:pt x="12864" y="14908"/>
                    </a:lnTo>
                    <a:lnTo>
                      <a:pt x="12177" y="13132"/>
                    </a:lnTo>
                    <a:cubicBezTo>
                      <a:pt x="12525" y="12847"/>
                      <a:pt x="12846" y="12526"/>
                      <a:pt x="13132" y="12178"/>
                    </a:cubicBezTo>
                    <a:lnTo>
                      <a:pt x="14907" y="12865"/>
                    </a:lnTo>
                    <a:lnTo>
                      <a:pt x="15603" y="11660"/>
                    </a:lnTo>
                    <a:lnTo>
                      <a:pt x="14122" y="10465"/>
                    </a:lnTo>
                    <a:cubicBezTo>
                      <a:pt x="14283" y="10046"/>
                      <a:pt x="14399" y="9609"/>
                      <a:pt x="14470" y="9163"/>
                    </a:cubicBezTo>
                    <a:lnTo>
                      <a:pt x="16352" y="8868"/>
                    </a:lnTo>
                    <a:lnTo>
                      <a:pt x="16352" y="7476"/>
                    </a:lnTo>
                    <a:lnTo>
                      <a:pt x="14470" y="7182"/>
                    </a:lnTo>
                    <a:cubicBezTo>
                      <a:pt x="14399" y="6727"/>
                      <a:pt x="14283" y="6290"/>
                      <a:pt x="14122" y="5880"/>
                    </a:cubicBezTo>
                    <a:lnTo>
                      <a:pt x="15603" y="4684"/>
                    </a:lnTo>
                    <a:lnTo>
                      <a:pt x="14907" y="3480"/>
                    </a:lnTo>
                    <a:lnTo>
                      <a:pt x="13132" y="4167"/>
                    </a:lnTo>
                    <a:cubicBezTo>
                      <a:pt x="12846" y="3819"/>
                      <a:pt x="12525" y="3498"/>
                      <a:pt x="12177" y="3212"/>
                    </a:cubicBezTo>
                    <a:lnTo>
                      <a:pt x="12864" y="1437"/>
                    </a:lnTo>
                    <a:lnTo>
                      <a:pt x="11660" y="741"/>
                    </a:lnTo>
                    <a:lnTo>
                      <a:pt x="10465" y="2222"/>
                    </a:lnTo>
                    <a:cubicBezTo>
                      <a:pt x="10054" y="2061"/>
                      <a:pt x="9617" y="1945"/>
                      <a:pt x="9162" y="1874"/>
                    </a:cubicBezTo>
                    <a:lnTo>
                      <a:pt x="886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-313920" y="-321840"/>
                <a:ext cx="1855440" cy="1856520"/>
              </a:xfrm>
              <a:custGeom>
                <a:rect b="b" l="l" r="r" t="t"/>
                <a:pathLst>
                  <a:path extrusionOk="0" h="17683" w="17674">
                    <a:moveTo>
                      <a:pt x="8833" y="63"/>
                    </a:moveTo>
                    <a:cubicBezTo>
                      <a:pt x="13677" y="63"/>
                      <a:pt x="17620" y="3997"/>
                      <a:pt x="17620" y="8841"/>
                    </a:cubicBezTo>
                    <a:cubicBezTo>
                      <a:pt x="17620" y="13685"/>
                      <a:pt x="13677" y="17620"/>
                      <a:pt x="8833" y="17620"/>
                    </a:cubicBezTo>
                    <a:cubicBezTo>
                      <a:pt x="3989" y="17620"/>
                      <a:pt x="55" y="13685"/>
                      <a:pt x="55" y="8841"/>
                    </a:cubicBezTo>
                    <a:cubicBezTo>
                      <a:pt x="55" y="3997"/>
                      <a:pt x="3989" y="63"/>
                      <a:pt x="8833" y="63"/>
                    </a:cubicBezTo>
                    <a:close/>
                    <a:moveTo>
                      <a:pt x="8833" y="1"/>
                    </a:moveTo>
                    <a:cubicBezTo>
                      <a:pt x="3962" y="1"/>
                      <a:pt x="1" y="3970"/>
                      <a:pt x="1" y="8841"/>
                    </a:cubicBezTo>
                    <a:cubicBezTo>
                      <a:pt x="1" y="13712"/>
                      <a:pt x="3962" y="17682"/>
                      <a:pt x="8833" y="17682"/>
                    </a:cubicBezTo>
                    <a:cubicBezTo>
                      <a:pt x="13704" y="17682"/>
                      <a:pt x="17674" y="13712"/>
                      <a:pt x="17674" y="8841"/>
                    </a:cubicBezTo>
                    <a:cubicBezTo>
                      <a:pt x="17674" y="3970"/>
                      <a:pt x="13704" y="1"/>
                      <a:pt x="88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5" name="Google Shape;55;p1"/>
            <p:cNvGrpSpPr/>
            <p:nvPr/>
          </p:nvGrpSpPr>
          <p:grpSpPr>
            <a:xfrm>
              <a:off x="-595080" y="-651960"/>
              <a:ext cx="2419200" cy="2517480"/>
              <a:chOff x="-595080" y="-651960"/>
              <a:chExt cx="2419200" cy="2517480"/>
            </a:xfrm>
          </p:grpSpPr>
          <p:sp>
            <p:nvSpPr>
              <p:cNvPr id="56" name="Google Shape;56;p1"/>
              <p:cNvSpPr/>
              <p:nvPr/>
            </p:nvSpPr>
            <p:spPr>
              <a:xfrm>
                <a:off x="-14400" y="-560880"/>
                <a:ext cx="1768320" cy="914760"/>
              </a:xfrm>
              <a:custGeom>
                <a:rect b="b" l="l" r="r" t="t"/>
                <a:pathLst>
                  <a:path extrusionOk="0" h="8137" w="15729">
                    <a:moveTo>
                      <a:pt x="5603" y="0"/>
                    </a:moveTo>
                    <a:cubicBezTo>
                      <a:pt x="3542" y="0"/>
                      <a:pt x="1615" y="607"/>
                      <a:pt x="0" y="1651"/>
                    </a:cubicBezTo>
                    <a:lnTo>
                      <a:pt x="0" y="1784"/>
                    </a:lnTo>
                    <a:cubicBezTo>
                      <a:pt x="1615" y="732"/>
                      <a:pt x="3533" y="116"/>
                      <a:pt x="5603" y="116"/>
                    </a:cubicBezTo>
                    <a:cubicBezTo>
                      <a:pt x="10492" y="116"/>
                      <a:pt x="14595" y="3551"/>
                      <a:pt x="15621" y="8136"/>
                    </a:cubicBezTo>
                    <a:lnTo>
                      <a:pt x="15728" y="8109"/>
                    </a:lnTo>
                    <a:cubicBezTo>
                      <a:pt x="14693" y="3479"/>
                      <a:pt x="10545" y="0"/>
                      <a:pt x="56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-551160" y="-32040"/>
                <a:ext cx="2329920" cy="1805400"/>
              </a:xfrm>
              <a:custGeom>
                <a:rect b="b" l="l" r="r" t="t"/>
                <a:pathLst>
                  <a:path extrusionOk="0" h="16059" w="20725">
                    <a:moveTo>
                      <a:pt x="1696" y="1"/>
                    </a:moveTo>
                    <a:cubicBezTo>
                      <a:pt x="625" y="1633"/>
                      <a:pt x="1" y="3587"/>
                      <a:pt x="1" y="5683"/>
                    </a:cubicBezTo>
                    <a:cubicBezTo>
                      <a:pt x="1" y="11411"/>
                      <a:pt x="4658" y="16058"/>
                      <a:pt x="10376" y="16058"/>
                    </a:cubicBezTo>
                    <a:cubicBezTo>
                      <a:pt x="15836" y="16058"/>
                      <a:pt x="20314" y="11830"/>
                      <a:pt x="20724" y="6486"/>
                    </a:cubicBezTo>
                    <a:lnTo>
                      <a:pt x="20724" y="6486"/>
                    </a:lnTo>
                    <a:lnTo>
                      <a:pt x="20608" y="6531"/>
                    </a:lnTo>
                    <a:cubicBezTo>
                      <a:pt x="20171" y="11794"/>
                      <a:pt x="15755" y="15951"/>
                      <a:pt x="10376" y="15951"/>
                    </a:cubicBezTo>
                    <a:cubicBezTo>
                      <a:pt x="4711" y="15951"/>
                      <a:pt x="108" y="11348"/>
                      <a:pt x="108" y="5683"/>
                    </a:cubicBezTo>
                    <a:cubicBezTo>
                      <a:pt x="108" y="3587"/>
                      <a:pt x="741" y="1633"/>
                      <a:pt x="18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1449360" y="-262800"/>
                <a:ext cx="347760" cy="606600"/>
              </a:xfrm>
              <a:custGeom>
                <a:rect b="b" l="l" r="r" t="t"/>
                <a:pathLst>
                  <a:path extrusionOk="0" h="5399" w="3096">
                    <a:moveTo>
                      <a:pt x="72" y="1"/>
                    </a:moveTo>
                    <a:lnTo>
                      <a:pt x="0" y="81"/>
                    </a:lnTo>
                    <a:cubicBezTo>
                      <a:pt x="1463" y="1500"/>
                      <a:pt x="2525" y="3337"/>
                      <a:pt x="2980" y="5398"/>
                    </a:cubicBezTo>
                    <a:lnTo>
                      <a:pt x="3096" y="5371"/>
                    </a:lnTo>
                    <a:cubicBezTo>
                      <a:pt x="2623" y="3293"/>
                      <a:pt x="1553" y="1437"/>
                      <a:pt x="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1364760" y="677160"/>
                <a:ext cx="459360" cy="872640"/>
              </a:xfrm>
              <a:custGeom>
                <a:rect b="b" l="l" r="r" t="t"/>
                <a:pathLst>
                  <a:path extrusionOk="0" h="7763" w="4087">
                    <a:moveTo>
                      <a:pt x="4087" y="1"/>
                    </a:moveTo>
                    <a:lnTo>
                      <a:pt x="3971" y="54"/>
                    </a:lnTo>
                    <a:cubicBezTo>
                      <a:pt x="3775" y="3132"/>
                      <a:pt x="2267" y="5862"/>
                      <a:pt x="1" y="7682"/>
                    </a:cubicBezTo>
                    <a:lnTo>
                      <a:pt x="81" y="7762"/>
                    </a:lnTo>
                    <a:cubicBezTo>
                      <a:pt x="2383" y="5915"/>
                      <a:pt x="3908" y="3132"/>
                      <a:pt x="40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-595080" y="-32040"/>
                <a:ext cx="349920" cy="1480320"/>
              </a:xfrm>
              <a:custGeom>
                <a:rect b="b" l="l" r="r" t="t"/>
                <a:pathLst>
                  <a:path extrusionOk="0" h="13169" w="3114">
                    <a:moveTo>
                      <a:pt x="1624" y="1"/>
                    </a:moveTo>
                    <a:cubicBezTo>
                      <a:pt x="598" y="1651"/>
                      <a:pt x="0" y="3596"/>
                      <a:pt x="0" y="5683"/>
                    </a:cubicBezTo>
                    <a:cubicBezTo>
                      <a:pt x="0" y="8592"/>
                      <a:pt x="1160" y="11232"/>
                      <a:pt x="3042" y="13168"/>
                    </a:cubicBezTo>
                    <a:lnTo>
                      <a:pt x="3114" y="13088"/>
                    </a:lnTo>
                    <a:cubicBezTo>
                      <a:pt x="1258" y="11170"/>
                      <a:pt x="116" y="8556"/>
                      <a:pt x="116" y="5683"/>
                    </a:cubicBezTo>
                    <a:cubicBezTo>
                      <a:pt x="116" y="3596"/>
                      <a:pt x="714" y="1651"/>
                      <a:pt x="17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-14400" y="-651960"/>
                <a:ext cx="1733040" cy="658800"/>
              </a:xfrm>
              <a:custGeom>
                <a:rect b="b" l="l" r="r" t="t"/>
                <a:pathLst>
                  <a:path extrusionOk="0" h="5862" w="15417">
                    <a:moveTo>
                      <a:pt x="5603" y="0"/>
                    </a:moveTo>
                    <a:cubicBezTo>
                      <a:pt x="3560" y="0"/>
                      <a:pt x="1651" y="545"/>
                      <a:pt x="0" y="1508"/>
                    </a:cubicBezTo>
                    <a:lnTo>
                      <a:pt x="0" y="1633"/>
                    </a:lnTo>
                    <a:cubicBezTo>
                      <a:pt x="1642" y="670"/>
                      <a:pt x="3560" y="108"/>
                      <a:pt x="5603" y="108"/>
                    </a:cubicBezTo>
                    <a:cubicBezTo>
                      <a:pt x="9787" y="108"/>
                      <a:pt x="13427" y="2436"/>
                      <a:pt x="15318" y="5862"/>
                    </a:cubicBezTo>
                    <a:lnTo>
                      <a:pt x="15416" y="5808"/>
                    </a:lnTo>
                    <a:cubicBezTo>
                      <a:pt x="13507" y="2347"/>
                      <a:pt x="9823" y="0"/>
                      <a:pt x="56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-478800" y="1223640"/>
                <a:ext cx="2053080" cy="641880"/>
              </a:xfrm>
              <a:custGeom>
                <a:rect b="b" l="l" r="r" t="t"/>
                <a:pathLst>
                  <a:path extrusionOk="0" h="5711" w="18262">
                    <a:moveTo>
                      <a:pt x="98" y="1"/>
                    </a:moveTo>
                    <a:lnTo>
                      <a:pt x="0" y="54"/>
                    </a:lnTo>
                    <a:cubicBezTo>
                      <a:pt x="1936" y="3435"/>
                      <a:pt x="5576" y="5710"/>
                      <a:pt x="9733" y="5710"/>
                    </a:cubicBezTo>
                    <a:cubicBezTo>
                      <a:pt x="13150" y="5710"/>
                      <a:pt x="16201" y="4176"/>
                      <a:pt x="18261" y="1767"/>
                    </a:cubicBezTo>
                    <a:lnTo>
                      <a:pt x="18172" y="1696"/>
                    </a:lnTo>
                    <a:cubicBezTo>
                      <a:pt x="16138" y="4087"/>
                      <a:pt x="13114" y="5603"/>
                      <a:pt x="9733" y="5603"/>
                    </a:cubicBezTo>
                    <a:cubicBezTo>
                      <a:pt x="5611" y="5603"/>
                      <a:pt x="2016" y="3346"/>
                      <a:pt x="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-68400" y="-440640"/>
                <a:ext cx="676800" cy="263520"/>
              </a:xfrm>
              <a:custGeom>
                <a:rect b="b" l="l" r="r" t="t"/>
                <a:pathLst>
                  <a:path extrusionOk="0" h="2348" w="6023">
                    <a:moveTo>
                      <a:pt x="6022" y="1"/>
                    </a:moveTo>
                    <a:cubicBezTo>
                      <a:pt x="3721" y="19"/>
                      <a:pt x="1615" y="875"/>
                      <a:pt x="1" y="2276"/>
                    </a:cubicBezTo>
                    <a:lnTo>
                      <a:pt x="1" y="2347"/>
                    </a:lnTo>
                    <a:cubicBezTo>
                      <a:pt x="1615" y="938"/>
                      <a:pt x="3721" y="81"/>
                      <a:pt x="6022" y="63"/>
                    </a:cubicBezTo>
                    <a:lnTo>
                      <a:pt x="60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-396720" y="-72360"/>
                <a:ext cx="224280" cy="413280"/>
              </a:xfrm>
              <a:custGeom>
                <a:rect b="b" l="l" r="r" t="t"/>
                <a:pathLst>
                  <a:path extrusionOk="0" h="3677" w="1999">
                    <a:moveTo>
                      <a:pt x="1928" y="1"/>
                    </a:moveTo>
                    <a:cubicBezTo>
                      <a:pt x="1026" y="1053"/>
                      <a:pt x="357" y="2302"/>
                      <a:pt x="1" y="3676"/>
                    </a:cubicBezTo>
                    <a:lnTo>
                      <a:pt x="54" y="3676"/>
                    </a:lnTo>
                    <a:cubicBezTo>
                      <a:pt x="420" y="2302"/>
                      <a:pt x="1098" y="1053"/>
                      <a:pt x="19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-54360" y="1405440"/>
                <a:ext cx="1192320" cy="248400"/>
              </a:xfrm>
              <a:custGeom>
                <a:rect b="b" l="l" r="r" t="t"/>
                <a:pathLst>
                  <a:path extrusionOk="0" h="2213" w="10608">
                    <a:moveTo>
                      <a:pt x="36" y="0"/>
                    </a:moveTo>
                    <a:lnTo>
                      <a:pt x="1" y="45"/>
                    </a:lnTo>
                    <a:cubicBezTo>
                      <a:pt x="1615" y="1392"/>
                      <a:pt x="3694" y="2213"/>
                      <a:pt x="5960" y="2213"/>
                    </a:cubicBezTo>
                    <a:cubicBezTo>
                      <a:pt x="7655" y="2213"/>
                      <a:pt x="9243" y="1758"/>
                      <a:pt x="10608" y="964"/>
                    </a:cubicBezTo>
                    <a:lnTo>
                      <a:pt x="10581" y="919"/>
                    </a:lnTo>
                    <a:cubicBezTo>
                      <a:pt x="9216" y="1704"/>
                      <a:pt x="7637" y="2150"/>
                      <a:pt x="5960" y="2150"/>
                    </a:cubicBezTo>
                    <a:cubicBezTo>
                      <a:pt x="3712" y="2150"/>
                      <a:pt x="1642" y="1347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66" name="Google Shape;66;p1"/>
            <p:cNvGrpSpPr/>
            <p:nvPr/>
          </p:nvGrpSpPr>
          <p:grpSpPr>
            <a:xfrm>
              <a:off x="-491400" y="-452160"/>
              <a:ext cx="2211480" cy="2117520"/>
              <a:chOff x="-491400" y="-452160"/>
              <a:chExt cx="2211480" cy="2117520"/>
            </a:xfrm>
          </p:grpSpPr>
          <p:sp>
            <p:nvSpPr>
              <p:cNvPr id="67" name="Google Shape;67;p1"/>
              <p:cNvSpPr/>
              <p:nvPr/>
            </p:nvSpPr>
            <p:spPr>
              <a:xfrm>
                <a:off x="602280" y="-452160"/>
                <a:ext cx="43920" cy="138240"/>
              </a:xfrm>
              <a:custGeom>
                <a:rect b="b" l="l" r="r" t="t"/>
                <a:pathLst>
                  <a:path extrusionOk="0" h="1232" w="394">
                    <a:moveTo>
                      <a:pt x="1" y="1"/>
                    </a:moveTo>
                    <a:lnTo>
                      <a:pt x="1" y="1232"/>
                    </a:lnTo>
                    <a:lnTo>
                      <a:pt x="393" y="1232"/>
                    </a:lnTo>
                    <a:lnTo>
                      <a:pt x="39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9100" lIns="91425" spcFirstLastPara="1" rIns="91425" wrap="square" tIns="69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88320" y="-450000"/>
                <a:ext cx="55800" cy="141120"/>
              </a:xfrm>
              <a:custGeom>
                <a:rect b="b" l="l" r="r" t="t"/>
                <a:pathLst>
                  <a:path extrusionOk="0" h="1259" w="501">
                    <a:moveTo>
                      <a:pt x="108" y="0"/>
                    </a:moveTo>
                    <a:lnTo>
                      <a:pt x="1" y="1232"/>
                    </a:lnTo>
                    <a:lnTo>
                      <a:pt x="393" y="1258"/>
                    </a:lnTo>
                    <a:lnTo>
                      <a:pt x="500" y="3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0550" lIns="91425" spcFirstLastPara="1" rIns="91425" wrap="square" tIns="70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774720" y="-439200"/>
                <a:ext cx="66960" cy="144360"/>
              </a:xfrm>
              <a:custGeom>
                <a:rect b="b" l="l" r="r" t="t"/>
                <a:pathLst>
                  <a:path extrusionOk="0" h="1286" w="599">
                    <a:moveTo>
                      <a:pt x="215" y="1"/>
                    </a:moveTo>
                    <a:lnTo>
                      <a:pt x="1" y="1214"/>
                    </a:lnTo>
                    <a:lnTo>
                      <a:pt x="385" y="1285"/>
                    </a:lnTo>
                    <a:lnTo>
                      <a:pt x="599" y="7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2350" lIns="91425" spcFirstLastPara="1" rIns="91425" wrap="square" tIns="72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858960" y="-419760"/>
                <a:ext cx="79200" cy="145080"/>
              </a:xfrm>
              <a:custGeom>
                <a:rect b="b" l="l" r="r" t="t"/>
                <a:pathLst>
                  <a:path extrusionOk="0" h="1294" w="706">
                    <a:moveTo>
                      <a:pt x="322" y="0"/>
                    </a:moveTo>
                    <a:lnTo>
                      <a:pt x="0" y="1195"/>
                    </a:lnTo>
                    <a:lnTo>
                      <a:pt x="384" y="1294"/>
                    </a:lnTo>
                    <a:lnTo>
                      <a:pt x="705" y="107"/>
                    </a:lnTo>
                    <a:lnTo>
                      <a:pt x="3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2700" lIns="91425" spcFirstLastPara="1" rIns="91425" wrap="square" tIns="72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942120" y="-392040"/>
                <a:ext cx="88920" cy="145080"/>
              </a:xfrm>
              <a:custGeom>
                <a:rect b="b" l="l" r="r" t="t"/>
                <a:pathLst>
                  <a:path extrusionOk="0" h="1295" w="795">
                    <a:moveTo>
                      <a:pt x="420" y="1"/>
                    </a:moveTo>
                    <a:lnTo>
                      <a:pt x="1" y="1161"/>
                    </a:lnTo>
                    <a:lnTo>
                      <a:pt x="375" y="1294"/>
                    </a:lnTo>
                    <a:lnTo>
                      <a:pt x="795" y="135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2700" lIns="91425" spcFirstLastPara="1" rIns="91425" wrap="square" tIns="72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1023480" y="-355680"/>
                <a:ext cx="97920" cy="144000"/>
              </a:xfrm>
              <a:custGeom>
                <a:rect b="b" l="l" r="r" t="t"/>
                <a:pathLst>
                  <a:path extrusionOk="0" h="1285" w="875">
                    <a:moveTo>
                      <a:pt x="518" y="0"/>
                    </a:moveTo>
                    <a:lnTo>
                      <a:pt x="0" y="1115"/>
                    </a:lnTo>
                    <a:lnTo>
                      <a:pt x="357" y="1285"/>
                    </a:lnTo>
                    <a:lnTo>
                      <a:pt x="875" y="161"/>
                    </a:lnTo>
                    <a:lnTo>
                      <a:pt x="5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2000" lIns="91425" spcFirstLastPara="1" rIns="91425" wrap="square" tIns="72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1100880" y="-312480"/>
                <a:ext cx="106920" cy="142200"/>
              </a:xfrm>
              <a:custGeom>
                <a:rect b="b" l="l" r="r" t="t"/>
                <a:pathLst>
                  <a:path extrusionOk="0" h="1268" w="955">
                    <a:moveTo>
                      <a:pt x="616" y="1"/>
                    </a:moveTo>
                    <a:lnTo>
                      <a:pt x="0" y="1071"/>
                    </a:lnTo>
                    <a:lnTo>
                      <a:pt x="339" y="1267"/>
                    </a:lnTo>
                    <a:lnTo>
                      <a:pt x="955" y="206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1275" lIns="91425" spcFirstLastPara="1" rIns="91425" wrap="square" tIns="71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1175040" y="-260640"/>
                <a:ext cx="115200" cy="138240"/>
              </a:xfrm>
              <a:custGeom>
                <a:rect b="b" l="l" r="r" t="t"/>
                <a:pathLst>
                  <a:path extrusionOk="0" h="1232" w="1027">
                    <a:moveTo>
                      <a:pt x="705" y="1"/>
                    </a:moveTo>
                    <a:lnTo>
                      <a:pt x="0" y="1009"/>
                    </a:lnTo>
                    <a:lnTo>
                      <a:pt x="322" y="1232"/>
                    </a:lnTo>
                    <a:lnTo>
                      <a:pt x="1026" y="224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9100" lIns="91425" spcFirstLastPara="1" rIns="91425" wrap="square" tIns="69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1244160" y="-202320"/>
                <a:ext cx="123120" cy="134280"/>
              </a:xfrm>
              <a:custGeom>
                <a:rect b="b" l="l" r="r" t="t"/>
                <a:pathLst>
                  <a:path extrusionOk="0" h="1197" w="1098">
                    <a:moveTo>
                      <a:pt x="794" y="1"/>
                    </a:moveTo>
                    <a:lnTo>
                      <a:pt x="0" y="947"/>
                    </a:lnTo>
                    <a:lnTo>
                      <a:pt x="303" y="1196"/>
                    </a:lnTo>
                    <a:lnTo>
                      <a:pt x="1097" y="251"/>
                    </a:lnTo>
                    <a:lnTo>
                      <a:pt x="79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7300" lIns="91425" spcFirstLastPara="1" rIns="91425" wrap="square" tIns="67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-118080" y="1422000"/>
                <a:ext cx="122040" cy="134280"/>
              </a:xfrm>
              <a:custGeom>
                <a:rect b="b" l="l" r="r" t="t"/>
                <a:pathLst>
                  <a:path extrusionOk="0" h="1196" w="1089">
                    <a:moveTo>
                      <a:pt x="794" y="0"/>
                    </a:moveTo>
                    <a:lnTo>
                      <a:pt x="0" y="937"/>
                    </a:lnTo>
                    <a:lnTo>
                      <a:pt x="304" y="1195"/>
                    </a:lnTo>
                    <a:lnTo>
                      <a:pt x="1089" y="250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7300" lIns="91425" spcFirstLastPara="1" rIns="91425" wrap="square" tIns="67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1309320" y="-137160"/>
                <a:ext cx="129240" cy="129240"/>
              </a:xfrm>
              <a:custGeom>
                <a:rect b="b" l="l" r="r" t="t"/>
                <a:pathLst>
                  <a:path extrusionOk="0" h="1152" w="1152">
                    <a:moveTo>
                      <a:pt x="866" y="1"/>
                    </a:moveTo>
                    <a:lnTo>
                      <a:pt x="1" y="866"/>
                    </a:lnTo>
                    <a:lnTo>
                      <a:pt x="277" y="1152"/>
                    </a:lnTo>
                    <a:lnTo>
                      <a:pt x="1152" y="277"/>
                    </a:lnTo>
                    <a:lnTo>
                      <a:pt x="8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4800" lIns="91425" spcFirstLastPara="1" rIns="91425" wrap="square" tIns="64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-189360" y="1361520"/>
                <a:ext cx="129240" cy="129240"/>
              </a:xfrm>
              <a:custGeom>
                <a:rect b="b" l="l" r="r" t="t"/>
                <a:pathLst>
                  <a:path extrusionOk="0" h="1152" w="1152">
                    <a:moveTo>
                      <a:pt x="866" y="1"/>
                    </a:moveTo>
                    <a:lnTo>
                      <a:pt x="1" y="875"/>
                    </a:lnTo>
                    <a:lnTo>
                      <a:pt x="277" y="1152"/>
                    </a:lnTo>
                    <a:lnTo>
                      <a:pt x="1152" y="277"/>
                    </a:lnTo>
                    <a:lnTo>
                      <a:pt x="8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4800" lIns="91425" spcFirstLastPara="1" rIns="91425" wrap="square" tIns="64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1368720" y="-65880"/>
                <a:ext cx="135000" cy="122040"/>
              </a:xfrm>
              <a:custGeom>
                <a:rect b="b" l="l" r="r" t="t"/>
                <a:pathLst>
                  <a:path extrusionOk="0" h="1089" w="1205">
                    <a:moveTo>
                      <a:pt x="946" y="0"/>
                    </a:moveTo>
                    <a:lnTo>
                      <a:pt x="0" y="794"/>
                    </a:lnTo>
                    <a:lnTo>
                      <a:pt x="259" y="1089"/>
                    </a:lnTo>
                    <a:lnTo>
                      <a:pt x="1205" y="304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1200" lIns="91425" spcFirstLastPara="1" rIns="91425" wrap="square" tIns="61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-254520" y="1296360"/>
                <a:ext cx="134280" cy="123120"/>
              </a:xfrm>
              <a:custGeom>
                <a:rect b="b" l="l" r="r" t="t"/>
                <a:pathLst>
                  <a:path extrusionOk="0" h="1099" w="1197">
                    <a:moveTo>
                      <a:pt x="947" y="1"/>
                    </a:moveTo>
                    <a:lnTo>
                      <a:pt x="1" y="795"/>
                    </a:lnTo>
                    <a:lnTo>
                      <a:pt x="251" y="1098"/>
                    </a:lnTo>
                    <a:lnTo>
                      <a:pt x="1196" y="304"/>
                    </a:lnTo>
                    <a:lnTo>
                      <a:pt x="9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1550" lIns="91425" spcFirstLastPara="1" rIns="91425" wrap="square" tIns="61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1422720" y="11520"/>
                <a:ext cx="139320" cy="115200"/>
              </a:xfrm>
              <a:custGeom>
                <a:rect b="b" l="l" r="r" t="t"/>
                <a:pathLst>
                  <a:path extrusionOk="0" h="1027" w="1241">
                    <a:moveTo>
                      <a:pt x="1018" y="0"/>
                    </a:moveTo>
                    <a:lnTo>
                      <a:pt x="1" y="705"/>
                    </a:lnTo>
                    <a:lnTo>
                      <a:pt x="233" y="1026"/>
                    </a:lnTo>
                    <a:lnTo>
                      <a:pt x="1241" y="321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57600" lIns="91425" spcFirstLastPara="1" rIns="91425" wrap="square" tIns="57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-312840" y="1227240"/>
                <a:ext cx="138240" cy="115200"/>
              </a:xfrm>
              <a:custGeom>
                <a:rect b="b" l="l" r="r" t="t"/>
                <a:pathLst>
                  <a:path extrusionOk="0" h="1027" w="1232">
                    <a:moveTo>
                      <a:pt x="1009" y="0"/>
                    </a:moveTo>
                    <a:lnTo>
                      <a:pt x="1" y="705"/>
                    </a:lnTo>
                    <a:lnTo>
                      <a:pt x="224" y="1026"/>
                    </a:lnTo>
                    <a:lnTo>
                      <a:pt x="1232" y="322"/>
                    </a:lnTo>
                    <a:lnTo>
                      <a:pt x="10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57600" lIns="91425" spcFirstLastPara="1" rIns="91425" wrap="square" tIns="57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1470960" y="92520"/>
                <a:ext cx="142200" cy="108000"/>
              </a:xfrm>
              <a:custGeom>
                <a:rect b="b" l="l" r="r" t="t"/>
                <a:pathLst>
                  <a:path extrusionOk="0" h="965" w="1267">
                    <a:moveTo>
                      <a:pt x="1071" y="1"/>
                    </a:moveTo>
                    <a:lnTo>
                      <a:pt x="0" y="616"/>
                    </a:lnTo>
                    <a:lnTo>
                      <a:pt x="196" y="964"/>
                    </a:lnTo>
                    <a:lnTo>
                      <a:pt x="1267" y="349"/>
                    </a:lnTo>
                    <a:lnTo>
                      <a:pt x="10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54000" lIns="91425" spcFirstLastPara="1" rIns="91425" wrap="square" tIns="54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-365040" y="1153080"/>
                <a:ext cx="142200" cy="106920"/>
              </a:xfrm>
              <a:custGeom>
                <a:rect b="b" l="l" r="r" t="t"/>
                <a:pathLst>
                  <a:path extrusionOk="0" h="955" w="1268">
                    <a:moveTo>
                      <a:pt x="1071" y="0"/>
                    </a:moveTo>
                    <a:lnTo>
                      <a:pt x="1" y="616"/>
                    </a:lnTo>
                    <a:lnTo>
                      <a:pt x="197" y="955"/>
                    </a:lnTo>
                    <a:lnTo>
                      <a:pt x="1267" y="339"/>
                    </a:lnTo>
                    <a:lnTo>
                      <a:pt x="10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53625" lIns="91425" spcFirstLastPara="1" rIns="91425" wrap="square" tIns="53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1513080" y="180000"/>
                <a:ext cx="144360" cy="98280"/>
              </a:xfrm>
              <a:custGeom>
                <a:rect b="b" l="l" r="r" t="t"/>
                <a:pathLst>
                  <a:path extrusionOk="0" h="876" w="1286">
                    <a:moveTo>
                      <a:pt x="1116" y="1"/>
                    </a:moveTo>
                    <a:lnTo>
                      <a:pt x="1" y="518"/>
                    </a:lnTo>
                    <a:lnTo>
                      <a:pt x="161" y="875"/>
                    </a:lnTo>
                    <a:lnTo>
                      <a:pt x="1286" y="358"/>
                    </a:lnTo>
                    <a:lnTo>
                      <a:pt x="11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9300" lIns="91425" spcFirstLastPara="1" rIns="91425" wrap="square" tIns="49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-407880" y="1075680"/>
                <a:ext cx="144000" cy="97920"/>
              </a:xfrm>
              <a:custGeom>
                <a:rect b="b" l="l" r="r" t="t"/>
                <a:pathLst>
                  <a:path extrusionOk="0" h="875" w="1285">
                    <a:moveTo>
                      <a:pt x="1115" y="0"/>
                    </a:moveTo>
                    <a:lnTo>
                      <a:pt x="0" y="518"/>
                    </a:lnTo>
                    <a:lnTo>
                      <a:pt x="161" y="875"/>
                    </a:lnTo>
                    <a:lnTo>
                      <a:pt x="1285" y="357"/>
                    </a:lnTo>
                    <a:lnTo>
                      <a:pt x="1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8950" lIns="91425" spcFirstLastPara="1" rIns="91425" wrap="square" tIns="48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1548360" y="270000"/>
                <a:ext cx="144000" cy="88200"/>
              </a:xfrm>
              <a:custGeom>
                <a:rect b="b" l="l" r="r" t="t"/>
                <a:pathLst>
                  <a:path extrusionOk="0" h="786" w="1285">
                    <a:moveTo>
                      <a:pt x="1151" y="1"/>
                    </a:moveTo>
                    <a:lnTo>
                      <a:pt x="0" y="420"/>
                    </a:lnTo>
                    <a:lnTo>
                      <a:pt x="134" y="786"/>
                    </a:lnTo>
                    <a:lnTo>
                      <a:pt x="1285" y="366"/>
                    </a:lnTo>
                    <a:lnTo>
                      <a:pt x="11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4275" lIns="91425" spcFirstLastPara="1" rIns="91425" wrap="square" tIns="4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-444240" y="994320"/>
                <a:ext cx="145080" cy="88920"/>
              </a:xfrm>
              <a:custGeom>
                <a:rect b="b" l="l" r="r" t="t"/>
                <a:pathLst>
                  <a:path extrusionOk="0" h="795" w="1295">
                    <a:moveTo>
                      <a:pt x="1161" y="1"/>
                    </a:moveTo>
                    <a:lnTo>
                      <a:pt x="1" y="420"/>
                    </a:lnTo>
                    <a:lnTo>
                      <a:pt x="135" y="795"/>
                    </a:lnTo>
                    <a:lnTo>
                      <a:pt x="1294" y="375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4625" lIns="91425" spcFirstLastPara="1" rIns="91425" wrap="square" tIns="44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-472320" y="912240"/>
                <a:ext cx="145080" cy="77760"/>
              </a:xfrm>
              <a:custGeom>
                <a:rect b="b" l="l" r="r" t="t"/>
                <a:pathLst>
                  <a:path extrusionOk="0" h="696" w="1294">
                    <a:moveTo>
                      <a:pt x="1196" y="0"/>
                    </a:moveTo>
                    <a:lnTo>
                      <a:pt x="0" y="312"/>
                    </a:lnTo>
                    <a:lnTo>
                      <a:pt x="107" y="696"/>
                    </a:lnTo>
                    <a:lnTo>
                      <a:pt x="1294" y="375"/>
                    </a:lnTo>
                    <a:lnTo>
                      <a:pt x="11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8875" lIns="91425" spcFirstLastPara="1" rIns="91425" wrap="square" tIns="38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-491400" y="826920"/>
                <a:ext cx="144360" cy="66960"/>
              </a:xfrm>
              <a:custGeom>
                <a:rect b="b" l="l" r="r" t="t"/>
                <a:pathLst>
                  <a:path extrusionOk="0" h="599" w="1286">
                    <a:moveTo>
                      <a:pt x="1214" y="1"/>
                    </a:moveTo>
                    <a:lnTo>
                      <a:pt x="1" y="215"/>
                    </a:lnTo>
                    <a:lnTo>
                      <a:pt x="72" y="599"/>
                    </a:lnTo>
                    <a:lnTo>
                      <a:pt x="1285" y="384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3475" lIns="91425" spcFirstLastPara="1" rIns="91425" wrap="square" tIns="33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-491400" y="458640"/>
                <a:ext cx="144360" cy="66960"/>
              </a:xfrm>
              <a:custGeom>
                <a:rect b="b" l="l" r="r" t="t"/>
                <a:pathLst>
                  <a:path extrusionOk="0" h="599" w="1286">
                    <a:moveTo>
                      <a:pt x="72" y="1"/>
                    </a:moveTo>
                    <a:lnTo>
                      <a:pt x="1" y="393"/>
                    </a:lnTo>
                    <a:lnTo>
                      <a:pt x="1214" y="599"/>
                    </a:lnTo>
                    <a:lnTo>
                      <a:pt x="1285" y="215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3475" lIns="91425" spcFirstLastPara="1" rIns="91425" wrap="square" tIns="33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1575000" y="912240"/>
                <a:ext cx="145080" cy="77760"/>
              </a:xfrm>
              <a:custGeom>
                <a:rect b="b" l="l" r="r" t="t"/>
                <a:pathLst>
                  <a:path extrusionOk="0" h="696" w="1295">
                    <a:moveTo>
                      <a:pt x="108" y="0"/>
                    </a:moveTo>
                    <a:lnTo>
                      <a:pt x="1" y="375"/>
                    </a:lnTo>
                    <a:lnTo>
                      <a:pt x="1196" y="696"/>
                    </a:lnTo>
                    <a:lnTo>
                      <a:pt x="1295" y="31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8875" lIns="91425" spcFirstLastPara="1" rIns="91425" wrap="square" tIns="38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-472320" y="363600"/>
                <a:ext cx="145080" cy="78120"/>
              </a:xfrm>
              <a:custGeom>
                <a:rect b="b" l="l" r="r" t="t"/>
                <a:pathLst>
                  <a:path extrusionOk="0" h="697" w="1294">
                    <a:moveTo>
                      <a:pt x="107" y="0"/>
                    </a:moveTo>
                    <a:lnTo>
                      <a:pt x="0" y="375"/>
                    </a:lnTo>
                    <a:lnTo>
                      <a:pt x="1196" y="696"/>
                    </a:lnTo>
                    <a:lnTo>
                      <a:pt x="1294" y="31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9225" lIns="91425" spcFirstLastPara="1" rIns="91425" wrap="square" tIns="392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1548360" y="994320"/>
                <a:ext cx="144000" cy="88920"/>
              </a:xfrm>
              <a:custGeom>
                <a:rect b="b" l="l" r="r" t="t"/>
                <a:pathLst>
                  <a:path extrusionOk="0" h="795" w="1285">
                    <a:moveTo>
                      <a:pt x="134" y="1"/>
                    </a:moveTo>
                    <a:lnTo>
                      <a:pt x="0" y="375"/>
                    </a:lnTo>
                    <a:lnTo>
                      <a:pt x="1151" y="795"/>
                    </a:lnTo>
                    <a:lnTo>
                      <a:pt x="1285" y="420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4625" lIns="91425" spcFirstLastPara="1" rIns="91425" wrap="square" tIns="44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1513080" y="1075680"/>
                <a:ext cx="144360" cy="97920"/>
              </a:xfrm>
              <a:custGeom>
                <a:rect b="b" l="l" r="r" t="t"/>
                <a:pathLst>
                  <a:path extrusionOk="0" h="875" w="1286">
                    <a:moveTo>
                      <a:pt x="161" y="0"/>
                    </a:moveTo>
                    <a:lnTo>
                      <a:pt x="1" y="357"/>
                    </a:lnTo>
                    <a:lnTo>
                      <a:pt x="1116" y="875"/>
                    </a:lnTo>
                    <a:lnTo>
                      <a:pt x="1286" y="518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8950" lIns="91425" spcFirstLastPara="1" rIns="91425" wrap="square" tIns="489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1470960" y="1153080"/>
                <a:ext cx="142200" cy="106920"/>
              </a:xfrm>
              <a:custGeom>
                <a:rect b="b" l="l" r="r" t="t"/>
                <a:pathLst>
                  <a:path extrusionOk="0" h="955" w="1267">
                    <a:moveTo>
                      <a:pt x="196" y="0"/>
                    </a:moveTo>
                    <a:lnTo>
                      <a:pt x="0" y="339"/>
                    </a:lnTo>
                    <a:lnTo>
                      <a:pt x="1071" y="955"/>
                    </a:lnTo>
                    <a:lnTo>
                      <a:pt x="1267" y="616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53625" lIns="91425" spcFirstLastPara="1" rIns="91425" wrap="square" tIns="536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1422720" y="1227240"/>
                <a:ext cx="139320" cy="115200"/>
              </a:xfrm>
              <a:custGeom>
                <a:rect b="b" l="l" r="r" t="t"/>
                <a:pathLst>
                  <a:path extrusionOk="0" h="1027" w="1241">
                    <a:moveTo>
                      <a:pt x="233" y="0"/>
                    </a:moveTo>
                    <a:lnTo>
                      <a:pt x="1" y="322"/>
                    </a:lnTo>
                    <a:lnTo>
                      <a:pt x="1018" y="1026"/>
                    </a:lnTo>
                    <a:lnTo>
                      <a:pt x="1241" y="705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57600" lIns="91425" spcFirstLastPara="1" rIns="91425" wrap="square" tIns="57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1368720" y="1296360"/>
                <a:ext cx="135000" cy="123120"/>
              </a:xfrm>
              <a:custGeom>
                <a:rect b="b" l="l" r="r" t="t"/>
                <a:pathLst>
                  <a:path extrusionOk="0" h="1099" w="1205">
                    <a:moveTo>
                      <a:pt x="259" y="1"/>
                    </a:moveTo>
                    <a:lnTo>
                      <a:pt x="0" y="304"/>
                    </a:lnTo>
                    <a:lnTo>
                      <a:pt x="946" y="1098"/>
                    </a:lnTo>
                    <a:lnTo>
                      <a:pt x="1205" y="795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1550" lIns="91425" spcFirstLastPara="1" rIns="91425" wrap="square" tIns="61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1309320" y="1361520"/>
                <a:ext cx="129240" cy="129240"/>
              </a:xfrm>
              <a:custGeom>
                <a:rect b="b" l="l" r="r" t="t"/>
                <a:pathLst>
                  <a:path extrusionOk="0" h="1152" w="1152">
                    <a:moveTo>
                      <a:pt x="277" y="1"/>
                    </a:moveTo>
                    <a:lnTo>
                      <a:pt x="1" y="277"/>
                    </a:lnTo>
                    <a:lnTo>
                      <a:pt x="866" y="1152"/>
                    </a:lnTo>
                    <a:lnTo>
                      <a:pt x="1152" y="875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4800" lIns="91425" spcFirstLastPara="1" rIns="91425" wrap="square" tIns="64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1244160" y="1422000"/>
                <a:ext cx="123120" cy="134280"/>
              </a:xfrm>
              <a:custGeom>
                <a:rect b="b" l="l" r="r" t="t"/>
                <a:pathLst>
                  <a:path extrusionOk="0" h="1196" w="1098">
                    <a:moveTo>
                      <a:pt x="303" y="0"/>
                    </a:moveTo>
                    <a:lnTo>
                      <a:pt x="0" y="250"/>
                    </a:lnTo>
                    <a:lnTo>
                      <a:pt x="794" y="1195"/>
                    </a:lnTo>
                    <a:lnTo>
                      <a:pt x="1097" y="937"/>
                    </a:lnTo>
                    <a:lnTo>
                      <a:pt x="3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7300" lIns="91425" spcFirstLastPara="1" rIns="91425" wrap="square" tIns="673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1175040" y="1474920"/>
                <a:ext cx="115200" cy="139320"/>
              </a:xfrm>
              <a:custGeom>
                <a:rect b="b" l="l" r="r" t="t"/>
                <a:pathLst>
                  <a:path extrusionOk="0" h="1241" w="1027">
                    <a:moveTo>
                      <a:pt x="322" y="1"/>
                    </a:moveTo>
                    <a:lnTo>
                      <a:pt x="0" y="233"/>
                    </a:lnTo>
                    <a:lnTo>
                      <a:pt x="705" y="1241"/>
                    </a:lnTo>
                    <a:lnTo>
                      <a:pt x="1026" y="1018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9825" lIns="91425" spcFirstLastPara="1" rIns="91425" wrap="square" tIns="69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1100880" y="1523160"/>
                <a:ext cx="106920" cy="142200"/>
              </a:xfrm>
              <a:custGeom>
                <a:rect b="b" l="l" r="r" t="t"/>
                <a:pathLst>
                  <a:path extrusionOk="0" h="1267" w="955">
                    <a:moveTo>
                      <a:pt x="339" y="0"/>
                    </a:moveTo>
                    <a:lnTo>
                      <a:pt x="0" y="196"/>
                    </a:lnTo>
                    <a:lnTo>
                      <a:pt x="616" y="1267"/>
                    </a:lnTo>
                    <a:lnTo>
                      <a:pt x="955" y="1071"/>
                    </a:lnTo>
                    <a:lnTo>
                      <a:pt x="3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1275" lIns="91425" spcFirstLastPara="1" rIns="91425" wrap="square" tIns="71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3" name="Google Shape;103;p1"/>
            <p:cNvGrpSpPr/>
            <p:nvPr/>
          </p:nvGrpSpPr>
          <p:grpSpPr>
            <a:xfrm>
              <a:off x="-870840" y="-833760"/>
              <a:ext cx="3067920" cy="2960640"/>
              <a:chOff x="-870840" y="-833760"/>
              <a:chExt cx="3067920" cy="2960640"/>
            </a:xfrm>
          </p:grpSpPr>
          <p:sp>
            <p:nvSpPr>
              <p:cNvPr id="104" name="Google Shape;104;p1"/>
              <p:cNvSpPr/>
              <p:nvPr/>
            </p:nvSpPr>
            <p:spPr>
              <a:xfrm>
                <a:off x="-758520" y="-703080"/>
                <a:ext cx="873000" cy="873000"/>
              </a:xfrm>
              <a:custGeom>
                <a:rect b="b" l="l" r="r" t="t"/>
                <a:pathLst>
                  <a:path extrusionOk="0" h="7699" w="7700">
                    <a:moveTo>
                      <a:pt x="3524" y="0"/>
                    </a:moveTo>
                    <a:lnTo>
                      <a:pt x="3391" y="883"/>
                    </a:lnTo>
                    <a:cubicBezTo>
                      <a:pt x="3176" y="910"/>
                      <a:pt x="2971" y="973"/>
                      <a:pt x="2775" y="1044"/>
                    </a:cubicBezTo>
                    <a:lnTo>
                      <a:pt x="2775" y="1044"/>
                    </a:lnTo>
                    <a:lnTo>
                      <a:pt x="2213" y="348"/>
                    </a:lnTo>
                    <a:lnTo>
                      <a:pt x="1642" y="678"/>
                    </a:lnTo>
                    <a:lnTo>
                      <a:pt x="1963" y="1508"/>
                    </a:lnTo>
                    <a:cubicBezTo>
                      <a:pt x="1803" y="1642"/>
                      <a:pt x="1651" y="1793"/>
                      <a:pt x="1517" y="1963"/>
                    </a:cubicBezTo>
                    <a:lnTo>
                      <a:pt x="1517" y="1963"/>
                    </a:lnTo>
                    <a:lnTo>
                      <a:pt x="679" y="1642"/>
                    </a:lnTo>
                    <a:lnTo>
                      <a:pt x="357" y="2204"/>
                    </a:lnTo>
                    <a:lnTo>
                      <a:pt x="1053" y="2766"/>
                    </a:lnTo>
                    <a:cubicBezTo>
                      <a:pt x="973" y="2962"/>
                      <a:pt x="919" y="3167"/>
                      <a:pt x="884" y="3381"/>
                    </a:cubicBezTo>
                    <a:lnTo>
                      <a:pt x="884" y="3381"/>
                    </a:lnTo>
                    <a:lnTo>
                      <a:pt x="1" y="3524"/>
                    </a:lnTo>
                    <a:lnTo>
                      <a:pt x="1" y="4175"/>
                    </a:lnTo>
                    <a:lnTo>
                      <a:pt x="884" y="4309"/>
                    </a:lnTo>
                    <a:cubicBezTo>
                      <a:pt x="919" y="4523"/>
                      <a:pt x="973" y="4728"/>
                      <a:pt x="1053" y="4925"/>
                    </a:cubicBezTo>
                    <a:lnTo>
                      <a:pt x="1053" y="4925"/>
                    </a:lnTo>
                    <a:lnTo>
                      <a:pt x="357" y="5487"/>
                    </a:lnTo>
                    <a:lnTo>
                      <a:pt x="679" y="6057"/>
                    </a:lnTo>
                    <a:lnTo>
                      <a:pt x="1517" y="5736"/>
                    </a:lnTo>
                    <a:cubicBezTo>
                      <a:pt x="1651" y="5897"/>
                      <a:pt x="1803" y="6049"/>
                      <a:pt x="1963" y="6182"/>
                    </a:cubicBezTo>
                    <a:lnTo>
                      <a:pt x="1963" y="6182"/>
                    </a:lnTo>
                    <a:lnTo>
                      <a:pt x="1642" y="7021"/>
                    </a:lnTo>
                    <a:lnTo>
                      <a:pt x="2213" y="7342"/>
                    </a:lnTo>
                    <a:lnTo>
                      <a:pt x="2775" y="6646"/>
                    </a:lnTo>
                    <a:cubicBezTo>
                      <a:pt x="2971" y="6727"/>
                      <a:pt x="3176" y="6780"/>
                      <a:pt x="3391" y="6816"/>
                    </a:cubicBezTo>
                    <a:lnTo>
                      <a:pt x="3391" y="6816"/>
                    </a:lnTo>
                    <a:lnTo>
                      <a:pt x="3524" y="7699"/>
                    </a:lnTo>
                    <a:lnTo>
                      <a:pt x="4185" y="7699"/>
                    </a:lnTo>
                    <a:lnTo>
                      <a:pt x="4318" y="6816"/>
                    </a:lnTo>
                    <a:cubicBezTo>
                      <a:pt x="4532" y="6780"/>
                      <a:pt x="4738" y="6727"/>
                      <a:pt x="4934" y="6646"/>
                    </a:cubicBezTo>
                    <a:lnTo>
                      <a:pt x="4934" y="6646"/>
                    </a:lnTo>
                    <a:lnTo>
                      <a:pt x="5496" y="7342"/>
                    </a:lnTo>
                    <a:lnTo>
                      <a:pt x="6058" y="7021"/>
                    </a:lnTo>
                    <a:lnTo>
                      <a:pt x="5737" y="6182"/>
                    </a:lnTo>
                    <a:cubicBezTo>
                      <a:pt x="5906" y="6049"/>
                      <a:pt x="6058" y="5897"/>
                      <a:pt x="6192" y="5736"/>
                    </a:cubicBezTo>
                    <a:lnTo>
                      <a:pt x="6192" y="5736"/>
                    </a:lnTo>
                    <a:lnTo>
                      <a:pt x="7021" y="6057"/>
                    </a:lnTo>
                    <a:lnTo>
                      <a:pt x="7352" y="5487"/>
                    </a:lnTo>
                    <a:lnTo>
                      <a:pt x="6656" y="4925"/>
                    </a:lnTo>
                    <a:cubicBezTo>
                      <a:pt x="6727" y="4728"/>
                      <a:pt x="6789" y="4523"/>
                      <a:pt x="6816" y="4309"/>
                    </a:cubicBezTo>
                    <a:lnTo>
                      <a:pt x="6816" y="4309"/>
                    </a:lnTo>
                    <a:lnTo>
                      <a:pt x="7699" y="4175"/>
                    </a:lnTo>
                    <a:lnTo>
                      <a:pt x="7699" y="3524"/>
                    </a:lnTo>
                    <a:lnTo>
                      <a:pt x="6816" y="3381"/>
                    </a:lnTo>
                    <a:cubicBezTo>
                      <a:pt x="6789" y="3167"/>
                      <a:pt x="6727" y="2962"/>
                      <a:pt x="6656" y="2766"/>
                    </a:cubicBezTo>
                    <a:lnTo>
                      <a:pt x="6656" y="2766"/>
                    </a:lnTo>
                    <a:lnTo>
                      <a:pt x="7352" y="2204"/>
                    </a:lnTo>
                    <a:lnTo>
                      <a:pt x="7021" y="1642"/>
                    </a:lnTo>
                    <a:lnTo>
                      <a:pt x="6192" y="1963"/>
                    </a:lnTo>
                    <a:cubicBezTo>
                      <a:pt x="6058" y="1793"/>
                      <a:pt x="5906" y="1642"/>
                      <a:pt x="5737" y="1508"/>
                    </a:cubicBezTo>
                    <a:lnTo>
                      <a:pt x="5737" y="1508"/>
                    </a:lnTo>
                    <a:lnTo>
                      <a:pt x="6058" y="678"/>
                    </a:lnTo>
                    <a:lnTo>
                      <a:pt x="5496" y="348"/>
                    </a:lnTo>
                    <a:lnTo>
                      <a:pt x="4934" y="1044"/>
                    </a:lnTo>
                    <a:cubicBezTo>
                      <a:pt x="4738" y="973"/>
                      <a:pt x="4532" y="910"/>
                      <a:pt x="4318" y="883"/>
                    </a:cubicBezTo>
                    <a:lnTo>
                      <a:pt x="4318" y="883"/>
                    </a:lnTo>
                    <a:lnTo>
                      <a:pt x="4185" y="0"/>
                    </a:lnTo>
                    <a:close/>
                    <a:moveTo>
                      <a:pt x="1517" y="3845"/>
                    </a:moveTo>
                    <a:cubicBezTo>
                      <a:pt x="1517" y="2560"/>
                      <a:pt x="2561" y="1508"/>
                      <a:pt x="3854" y="1508"/>
                    </a:cubicBezTo>
                    <a:lnTo>
                      <a:pt x="3854" y="1508"/>
                    </a:lnTo>
                    <a:cubicBezTo>
                      <a:pt x="5139" y="1508"/>
                      <a:pt x="6192" y="2560"/>
                      <a:pt x="6192" y="3845"/>
                    </a:cubicBezTo>
                    <a:lnTo>
                      <a:pt x="6192" y="3845"/>
                    </a:lnTo>
                    <a:cubicBezTo>
                      <a:pt x="6192" y="5139"/>
                      <a:pt x="5139" y="6182"/>
                      <a:pt x="3854" y="6182"/>
                    </a:cubicBezTo>
                    <a:lnTo>
                      <a:pt x="3854" y="6182"/>
                    </a:lnTo>
                    <a:cubicBezTo>
                      <a:pt x="2561" y="6182"/>
                      <a:pt x="1517" y="5139"/>
                      <a:pt x="1517" y="384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1627560" y="257040"/>
                <a:ext cx="569520" cy="568440"/>
              </a:xfrm>
              <a:custGeom>
                <a:rect b="b" l="l" r="r" t="t"/>
                <a:pathLst>
                  <a:path extrusionOk="0" h="5014" w="5023">
                    <a:moveTo>
                      <a:pt x="2516" y="990"/>
                    </a:moveTo>
                    <a:cubicBezTo>
                      <a:pt x="3355" y="990"/>
                      <a:pt x="4033" y="1668"/>
                      <a:pt x="4033" y="2507"/>
                    </a:cubicBezTo>
                    <a:cubicBezTo>
                      <a:pt x="4033" y="3346"/>
                      <a:pt x="3355" y="4032"/>
                      <a:pt x="2516" y="4032"/>
                    </a:cubicBezTo>
                    <a:cubicBezTo>
                      <a:pt x="1669" y="4032"/>
                      <a:pt x="991" y="3346"/>
                      <a:pt x="991" y="2507"/>
                    </a:cubicBezTo>
                    <a:cubicBezTo>
                      <a:pt x="991" y="1668"/>
                      <a:pt x="1669" y="990"/>
                      <a:pt x="2516" y="990"/>
                    </a:cubicBezTo>
                    <a:close/>
                    <a:moveTo>
                      <a:pt x="2302" y="0"/>
                    </a:moveTo>
                    <a:lnTo>
                      <a:pt x="2213" y="571"/>
                    </a:lnTo>
                    <a:cubicBezTo>
                      <a:pt x="2070" y="598"/>
                      <a:pt x="1936" y="634"/>
                      <a:pt x="1811" y="678"/>
                    </a:cubicBezTo>
                    <a:lnTo>
                      <a:pt x="1446" y="232"/>
                    </a:lnTo>
                    <a:lnTo>
                      <a:pt x="1071" y="446"/>
                    </a:lnTo>
                    <a:lnTo>
                      <a:pt x="1285" y="981"/>
                    </a:lnTo>
                    <a:cubicBezTo>
                      <a:pt x="1178" y="1071"/>
                      <a:pt x="1080" y="1169"/>
                      <a:pt x="991" y="1276"/>
                    </a:cubicBezTo>
                    <a:lnTo>
                      <a:pt x="446" y="1071"/>
                    </a:lnTo>
                    <a:lnTo>
                      <a:pt x="232" y="1436"/>
                    </a:lnTo>
                    <a:lnTo>
                      <a:pt x="687" y="1802"/>
                    </a:lnTo>
                    <a:cubicBezTo>
                      <a:pt x="634" y="1936"/>
                      <a:pt x="598" y="2070"/>
                      <a:pt x="580" y="2204"/>
                    </a:cubicBezTo>
                    <a:lnTo>
                      <a:pt x="0" y="2293"/>
                    </a:lnTo>
                    <a:lnTo>
                      <a:pt x="0" y="2721"/>
                    </a:lnTo>
                    <a:lnTo>
                      <a:pt x="580" y="2810"/>
                    </a:lnTo>
                    <a:cubicBezTo>
                      <a:pt x="598" y="2953"/>
                      <a:pt x="634" y="3087"/>
                      <a:pt x="687" y="3212"/>
                    </a:cubicBezTo>
                    <a:lnTo>
                      <a:pt x="232" y="3577"/>
                    </a:lnTo>
                    <a:lnTo>
                      <a:pt x="446" y="3943"/>
                    </a:lnTo>
                    <a:lnTo>
                      <a:pt x="991" y="3738"/>
                    </a:lnTo>
                    <a:cubicBezTo>
                      <a:pt x="1080" y="3845"/>
                      <a:pt x="1178" y="3943"/>
                      <a:pt x="1285" y="4032"/>
                    </a:cubicBezTo>
                    <a:lnTo>
                      <a:pt x="1071" y="4577"/>
                    </a:lnTo>
                    <a:lnTo>
                      <a:pt x="1446" y="4791"/>
                    </a:lnTo>
                    <a:lnTo>
                      <a:pt x="1811" y="4336"/>
                    </a:lnTo>
                    <a:cubicBezTo>
                      <a:pt x="1936" y="4380"/>
                      <a:pt x="2070" y="4416"/>
                      <a:pt x="2213" y="4443"/>
                    </a:cubicBezTo>
                    <a:lnTo>
                      <a:pt x="2302" y="5014"/>
                    </a:lnTo>
                    <a:lnTo>
                      <a:pt x="2730" y="5014"/>
                    </a:lnTo>
                    <a:lnTo>
                      <a:pt x="2819" y="4443"/>
                    </a:lnTo>
                    <a:cubicBezTo>
                      <a:pt x="2953" y="4416"/>
                      <a:pt x="3087" y="4380"/>
                      <a:pt x="3221" y="4336"/>
                    </a:cubicBezTo>
                    <a:lnTo>
                      <a:pt x="3578" y="4791"/>
                    </a:lnTo>
                    <a:lnTo>
                      <a:pt x="3952" y="4577"/>
                    </a:lnTo>
                    <a:lnTo>
                      <a:pt x="3738" y="4032"/>
                    </a:lnTo>
                    <a:cubicBezTo>
                      <a:pt x="3845" y="3943"/>
                      <a:pt x="3944" y="3845"/>
                      <a:pt x="4033" y="3738"/>
                    </a:cubicBezTo>
                    <a:lnTo>
                      <a:pt x="4577" y="3943"/>
                    </a:lnTo>
                    <a:lnTo>
                      <a:pt x="4791" y="3577"/>
                    </a:lnTo>
                    <a:lnTo>
                      <a:pt x="4336" y="3212"/>
                    </a:lnTo>
                    <a:cubicBezTo>
                      <a:pt x="4390" y="3087"/>
                      <a:pt x="4425" y="2953"/>
                      <a:pt x="4443" y="2810"/>
                    </a:cubicBezTo>
                    <a:lnTo>
                      <a:pt x="5023" y="2721"/>
                    </a:lnTo>
                    <a:lnTo>
                      <a:pt x="5023" y="2293"/>
                    </a:lnTo>
                    <a:lnTo>
                      <a:pt x="4443" y="2204"/>
                    </a:lnTo>
                    <a:cubicBezTo>
                      <a:pt x="4425" y="2070"/>
                      <a:pt x="4390" y="1936"/>
                      <a:pt x="4336" y="1802"/>
                    </a:cubicBezTo>
                    <a:lnTo>
                      <a:pt x="4791" y="1436"/>
                    </a:lnTo>
                    <a:lnTo>
                      <a:pt x="4577" y="1071"/>
                    </a:lnTo>
                    <a:lnTo>
                      <a:pt x="4033" y="1276"/>
                    </a:lnTo>
                    <a:cubicBezTo>
                      <a:pt x="3944" y="1169"/>
                      <a:pt x="3845" y="1071"/>
                      <a:pt x="3738" y="981"/>
                    </a:cubicBezTo>
                    <a:lnTo>
                      <a:pt x="3952" y="446"/>
                    </a:lnTo>
                    <a:lnTo>
                      <a:pt x="3578" y="232"/>
                    </a:lnTo>
                    <a:lnTo>
                      <a:pt x="3221" y="687"/>
                    </a:lnTo>
                    <a:cubicBezTo>
                      <a:pt x="3087" y="634"/>
                      <a:pt x="2953" y="598"/>
                      <a:pt x="2819" y="571"/>
                    </a:cubicBezTo>
                    <a:lnTo>
                      <a:pt x="273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1807560" y="436320"/>
                <a:ext cx="209160" cy="210240"/>
              </a:xfrm>
              <a:custGeom>
                <a:rect b="b" l="l" r="r" t="t"/>
                <a:pathLst>
                  <a:path extrusionOk="0" h="1856" w="1847">
                    <a:moveTo>
                      <a:pt x="928" y="0"/>
                    </a:moveTo>
                    <a:cubicBezTo>
                      <a:pt x="411" y="0"/>
                      <a:pt x="0" y="419"/>
                      <a:pt x="0" y="928"/>
                    </a:cubicBezTo>
                    <a:cubicBezTo>
                      <a:pt x="0" y="1436"/>
                      <a:pt x="411" y="1856"/>
                      <a:pt x="928" y="1856"/>
                    </a:cubicBezTo>
                    <a:cubicBezTo>
                      <a:pt x="1437" y="1856"/>
                      <a:pt x="1847" y="1436"/>
                      <a:pt x="1847" y="928"/>
                    </a:cubicBezTo>
                    <a:cubicBezTo>
                      <a:pt x="1847" y="419"/>
                      <a:pt x="1437" y="0"/>
                      <a:pt x="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-870840" y="126720"/>
                <a:ext cx="2913840" cy="2000160"/>
              </a:xfrm>
              <a:custGeom>
                <a:rect b="b" l="l" r="r" t="t"/>
                <a:pathLst>
                  <a:path extrusionOk="0" h="17638" w="25693">
                    <a:moveTo>
                      <a:pt x="830" y="0"/>
                    </a:moveTo>
                    <a:cubicBezTo>
                      <a:pt x="295" y="1428"/>
                      <a:pt x="0" y="2971"/>
                      <a:pt x="0" y="4586"/>
                    </a:cubicBezTo>
                    <a:cubicBezTo>
                      <a:pt x="0" y="11794"/>
                      <a:pt x="5844" y="17637"/>
                      <a:pt x="13052" y="17637"/>
                    </a:cubicBezTo>
                    <a:cubicBezTo>
                      <a:pt x="19136" y="17637"/>
                      <a:pt x="24239" y="13480"/>
                      <a:pt x="25693" y="7851"/>
                    </a:cubicBezTo>
                    <a:lnTo>
                      <a:pt x="24382" y="7512"/>
                    </a:lnTo>
                    <a:cubicBezTo>
                      <a:pt x="23088" y="12552"/>
                      <a:pt x="18503" y="16281"/>
                      <a:pt x="13052" y="16281"/>
                    </a:cubicBezTo>
                    <a:cubicBezTo>
                      <a:pt x="6593" y="16281"/>
                      <a:pt x="1356" y="11045"/>
                      <a:pt x="1356" y="4586"/>
                    </a:cubicBezTo>
                    <a:cubicBezTo>
                      <a:pt x="1356" y="3141"/>
                      <a:pt x="1615" y="1749"/>
                      <a:pt x="2097" y="473"/>
                    </a:cubicBez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622440" y="-833760"/>
                <a:ext cx="1382040" cy="1035720"/>
              </a:xfrm>
              <a:custGeom>
                <a:rect b="b" l="l" r="r" t="t"/>
                <a:pathLst>
                  <a:path extrusionOk="0" h="9136" w="12187">
                    <a:moveTo>
                      <a:pt x="1" y="0"/>
                    </a:moveTo>
                    <a:lnTo>
                      <a:pt x="1" y="1356"/>
                    </a:lnTo>
                    <a:cubicBezTo>
                      <a:pt x="5041" y="1401"/>
                      <a:pt x="9314" y="4630"/>
                      <a:pt x="10911" y="9135"/>
                    </a:cubicBezTo>
                    <a:lnTo>
                      <a:pt x="12187" y="8680"/>
                    </a:lnTo>
                    <a:cubicBezTo>
                      <a:pt x="10403" y="3658"/>
                      <a:pt x="5621" y="54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9" name="Google Shape;109;p1"/>
            <p:cNvGrpSpPr/>
            <p:nvPr/>
          </p:nvGrpSpPr>
          <p:grpSpPr>
            <a:xfrm>
              <a:off x="-1413720" y="-1420200"/>
              <a:ext cx="4055400" cy="4054320"/>
              <a:chOff x="-1413720" y="-1420200"/>
              <a:chExt cx="4055400" cy="4054320"/>
            </a:xfrm>
          </p:grpSpPr>
          <p:grpSp>
            <p:nvGrpSpPr>
              <p:cNvPr id="110" name="Google Shape;110;p1"/>
              <p:cNvGrpSpPr/>
              <p:nvPr/>
            </p:nvGrpSpPr>
            <p:grpSpPr>
              <a:xfrm>
                <a:off x="-1366920" y="-1373400"/>
                <a:ext cx="3962160" cy="3961080"/>
                <a:chOff x="-1366920" y="-1373400"/>
                <a:chExt cx="3962160" cy="3961080"/>
              </a:xfrm>
            </p:grpSpPr>
            <p:sp>
              <p:nvSpPr>
                <p:cNvPr id="111" name="Google Shape;111;p1"/>
                <p:cNvSpPr/>
                <p:nvPr/>
              </p:nvSpPr>
              <p:spPr>
                <a:xfrm>
                  <a:off x="-1277640" y="-1284120"/>
                  <a:ext cx="3782520" cy="3782520"/>
                </a:xfrm>
                <a:custGeom>
                  <a:rect b="b" l="l" r="r" t="t"/>
                  <a:pathLst>
                    <a:path extrusionOk="0" h="33642" w="33642">
                      <a:moveTo>
                        <a:pt x="16825" y="63"/>
                      </a:moveTo>
                      <a:cubicBezTo>
                        <a:pt x="26067" y="63"/>
                        <a:pt x="33579" y="7584"/>
                        <a:pt x="33579" y="16826"/>
                      </a:cubicBezTo>
                      <a:cubicBezTo>
                        <a:pt x="33579" y="26059"/>
                        <a:pt x="26067" y="33580"/>
                        <a:pt x="16825" y="33580"/>
                      </a:cubicBezTo>
                      <a:cubicBezTo>
                        <a:pt x="7583" y="33580"/>
                        <a:pt x="71" y="26059"/>
                        <a:pt x="71" y="16826"/>
                      </a:cubicBezTo>
                      <a:cubicBezTo>
                        <a:pt x="71" y="7584"/>
                        <a:pt x="7583" y="63"/>
                        <a:pt x="16825" y="63"/>
                      </a:cubicBezTo>
                      <a:close/>
                      <a:moveTo>
                        <a:pt x="16825" y="1"/>
                      </a:moveTo>
                      <a:cubicBezTo>
                        <a:pt x="12329" y="1"/>
                        <a:pt x="8109" y="1749"/>
                        <a:pt x="4933" y="4925"/>
                      </a:cubicBezTo>
                      <a:cubicBezTo>
                        <a:pt x="1757" y="8101"/>
                        <a:pt x="0" y="12330"/>
                        <a:pt x="0" y="16826"/>
                      </a:cubicBezTo>
                      <a:cubicBezTo>
                        <a:pt x="0" y="21313"/>
                        <a:pt x="1757" y="25542"/>
                        <a:pt x="4933" y="28718"/>
                      </a:cubicBezTo>
                      <a:cubicBezTo>
                        <a:pt x="8109" y="31893"/>
                        <a:pt x="12329" y="33642"/>
                        <a:pt x="16825" y="33642"/>
                      </a:cubicBezTo>
                      <a:cubicBezTo>
                        <a:pt x="21321" y="33642"/>
                        <a:pt x="25541" y="31893"/>
                        <a:pt x="28717" y="28718"/>
                      </a:cubicBezTo>
                      <a:cubicBezTo>
                        <a:pt x="31893" y="25542"/>
                        <a:pt x="33641" y="21313"/>
                        <a:pt x="33641" y="16826"/>
                      </a:cubicBezTo>
                      <a:cubicBezTo>
                        <a:pt x="33641" y="12330"/>
                        <a:pt x="31893" y="8101"/>
                        <a:pt x="28717" y="4925"/>
                      </a:cubicBezTo>
                      <a:cubicBezTo>
                        <a:pt x="25541" y="1749"/>
                        <a:pt x="21321" y="1"/>
                        <a:pt x="1682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12" name="Google Shape;112;p1"/>
                <p:cNvSpPr/>
                <p:nvPr/>
              </p:nvSpPr>
              <p:spPr>
                <a:xfrm>
                  <a:off x="-1366920" y="-1373400"/>
                  <a:ext cx="3962160" cy="3961080"/>
                </a:xfrm>
                <a:custGeom>
                  <a:rect b="b" l="l" r="r" t="t"/>
                  <a:pathLst>
                    <a:path extrusionOk="0" h="35230" w="35239">
                      <a:moveTo>
                        <a:pt x="17619" y="63"/>
                      </a:moveTo>
                      <a:cubicBezTo>
                        <a:pt x="27298" y="63"/>
                        <a:pt x="35176" y="7941"/>
                        <a:pt x="35176" y="17620"/>
                      </a:cubicBezTo>
                      <a:cubicBezTo>
                        <a:pt x="35176" y="27299"/>
                        <a:pt x="27298" y="35167"/>
                        <a:pt x="17619" y="35167"/>
                      </a:cubicBezTo>
                      <a:cubicBezTo>
                        <a:pt x="7940" y="35167"/>
                        <a:pt x="63" y="27299"/>
                        <a:pt x="63" y="17620"/>
                      </a:cubicBezTo>
                      <a:cubicBezTo>
                        <a:pt x="63" y="7941"/>
                        <a:pt x="7940" y="63"/>
                        <a:pt x="17619" y="63"/>
                      </a:cubicBezTo>
                      <a:close/>
                      <a:moveTo>
                        <a:pt x="17619" y="1"/>
                      </a:moveTo>
                      <a:cubicBezTo>
                        <a:pt x="12909" y="1"/>
                        <a:pt x="8493" y="1830"/>
                        <a:pt x="5165" y="5157"/>
                      </a:cubicBezTo>
                      <a:cubicBezTo>
                        <a:pt x="1838" y="8485"/>
                        <a:pt x="0" y="12910"/>
                        <a:pt x="0" y="17620"/>
                      </a:cubicBezTo>
                      <a:cubicBezTo>
                        <a:pt x="0" y="22321"/>
                        <a:pt x="1838" y="26746"/>
                        <a:pt x="5165" y="30074"/>
                      </a:cubicBezTo>
                      <a:cubicBezTo>
                        <a:pt x="8493" y="33401"/>
                        <a:pt x="12909" y="35230"/>
                        <a:pt x="17619" y="35230"/>
                      </a:cubicBezTo>
                      <a:cubicBezTo>
                        <a:pt x="22321" y="35230"/>
                        <a:pt x="26745" y="33401"/>
                        <a:pt x="30073" y="30074"/>
                      </a:cubicBezTo>
                      <a:cubicBezTo>
                        <a:pt x="33400" y="26746"/>
                        <a:pt x="35238" y="22321"/>
                        <a:pt x="35238" y="17620"/>
                      </a:cubicBezTo>
                      <a:cubicBezTo>
                        <a:pt x="35238" y="12910"/>
                        <a:pt x="33400" y="8485"/>
                        <a:pt x="30073" y="5157"/>
                      </a:cubicBezTo>
                      <a:cubicBezTo>
                        <a:pt x="26745" y="1830"/>
                        <a:pt x="22321" y="1"/>
                        <a:pt x="1761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sp>
            <p:nvSpPr>
              <p:cNvPr id="113" name="Google Shape;113;p1"/>
              <p:cNvSpPr/>
              <p:nvPr/>
            </p:nvSpPr>
            <p:spPr>
              <a:xfrm>
                <a:off x="-1413720" y="-1420200"/>
                <a:ext cx="4055400" cy="4054320"/>
              </a:xfrm>
              <a:custGeom>
                <a:rect b="b" l="l" r="r" t="t"/>
                <a:pathLst>
                  <a:path extrusionOk="0" h="36058" w="36069">
                    <a:moveTo>
                      <a:pt x="18054" y="1"/>
                    </a:moveTo>
                    <a:cubicBezTo>
                      <a:pt x="17903" y="1"/>
                      <a:pt x="17753" y="3"/>
                      <a:pt x="17610" y="8"/>
                    </a:cubicBezTo>
                    <a:cubicBezTo>
                      <a:pt x="17575" y="8"/>
                      <a:pt x="17548" y="34"/>
                      <a:pt x="17548" y="70"/>
                    </a:cubicBezTo>
                    <a:cubicBezTo>
                      <a:pt x="17557" y="106"/>
                      <a:pt x="17584" y="132"/>
                      <a:pt x="17619" y="132"/>
                    </a:cubicBezTo>
                    <a:cubicBezTo>
                      <a:pt x="17721" y="129"/>
                      <a:pt x="17821" y="128"/>
                      <a:pt x="17920" y="128"/>
                    </a:cubicBezTo>
                    <a:cubicBezTo>
                      <a:pt x="18119" y="128"/>
                      <a:pt x="18315" y="132"/>
                      <a:pt x="18512" y="132"/>
                    </a:cubicBezTo>
                    <a:cubicBezTo>
                      <a:pt x="18547" y="132"/>
                      <a:pt x="18574" y="106"/>
                      <a:pt x="18574" y="70"/>
                    </a:cubicBezTo>
                    <a:cubicBezTo>
                      <a:pt x="18574" y="34"/>
                      <a:pt x="18547" y="8"/>
                      <a:pt x="18512" y="8"/>
                    </a:cubicBezTo>
                    <a:cubicBezTo>
                      <a:pt x="18360" y="3"/>
                      <a:pt x="18206" y="1"/>
                      <a:pt x="18054" y="1"/>
                    </a:cubicBezTo>
                    <a:close/>
                    <a:moveTo>
                      <a:pt x="16732" y="50"/>
                    </a:moveTo>
                    <a:cubicBezTo>
                      <a:pt x="16728" y="50"/>
                      <a:pt x="16723" y="51"/>
                      <a:pt x="16718" y="52"/>
                    </a:cubicBezTo>
                    <a:cubicBezTo>
                      <a:pt x="16415" y="70"/>
                      <a:pt x="16121" y="97"/>
                      <a:pt x="15817" y="132"/>
                    </a:cubicBezTo>
                    <a:cubicBezTo>
                      <a:pt x="15791" y="141"/>
                      <a:pt x="15764" y="168"/>
                      <a:pt x="15764" y="195"/>
                    </a:cubicBezTo>
                    <a:lnTo>
                      <a:pt x="15764" y="204"/>
                    </a:lnTo>
                    <a:cubicBezTo>
                      <a:pt x="15773" y="239"/>
                      <a:pt x="15800" y="266"/>
                      <a:pt x="15826" y="266"/>
                    </a:cubicBezTo>
                    <a:lnTo>
                      <a:pt x="15835" y="266"/>
                    </a:lnTo>
                    <a:cubicBezTo>
                      <a:pt x="16130" y="231"/>
                      <a:pt x="16433" y="195"/>
                      <a:pt x="16727" y="177"/>
                    </a:cubicBezTo>
                    <a:cubicBezTo>
                      <a:pt x="16763" y="177"/>
                      <a:pt x="16781" y="150"/>
                      <a:pt x="16781" y="115"/>
                    </a:cubicBezTo>
                    <a:lnTo>
                      <a:pt x="16781" y="106"/>
                    </a:lnTo>
                    <a:cubicBezTo>
                      <a:pt x="16781" y="75"/>
                      <a:pt x="16761" y="50"/>
                      <a:pt x="16732" y="50"/>
                    </a:cubicBezTo>
                    <a:close/>
                    <a:moveTo>
                      <a:pt x="19413" y="52"/>
                    </a:moveTo>
                    <a:cubicBezTo>
                      <a:pt x="19377" y="52"/>
                      <a:pt x="19341" y="79"/>
                      <a:pt x="19341" y="115"/>
                    </a:cubicBezTo>
                    <a:cubicBezTo>
                      <a:pt x="19341" y="150"/>
                      <a:pt x="19368" y="177"/>
                      <a:pt x="19395" y="177"/>
                    </a:cubicBezTo>
                    <a:lnTo>
                      <a:pt x="19404" y="177"/>
                    </a:lnTo>
                    <a:cubicBezTo>
                      <a:pt x="19404" y="186"/>
                      <a:pt x="19404" y="186"/>
                      <a:pt x="19404" y="186"/>
                    </a:cubicBezTo>
                    <a:cubicBezTo>
                      <a:pt x="19698" y="204"/>
                      <a:pt x="19992" y="231"/>
                      <a:pt x="20287" y="266"/>
                    </a:cubicBezTo>
                    <a:cubicBezTo>
                      <a:pt x="20296" y="266"/>
                      <a:pt x="20296" y="275"/>
                      <a:pt x="20296" y="275"/>
                    </a:cubicBezTo>
                    <a:cubicBezTo>
                      <a:pt x="20331" y="275"/>
                      <a:pt x="20358" y="248"/>
                      <a:pt x="20358" y="213"/>
                    </a:cubicBezTo>
                    <a:cubicBezTo>
                      <a:pt x="20358" y="213"/>
                      <a:pt x="20358" y="213"/>
                      <a:pt x="20358" y="204"/>
                    </a:cubicBezTo>
                    <a:cubicBezTo>
                      <a:pt x="20358" y="177"/>
                      <a:pt x="20340" y="150"/>
                      <a:pt x="20305" y="141"/>
                    </a:cubicBezTo>
                    <a:cubicBezTo>
                      <a:pt x="20010" y="106"/>
                      <a:pt x="19707" y="79"/>
                      <a:pt x="19413" y="52"/>
                    </a:cubicBezTo>
                    <a:close/>
                    <a:moveTo>
                      <a:pt x="14948" y="265"/>
                    </a:moveTo>
                    <a:cubicBezTo>
                      <a:pt x="14944" y="265"/>
                      <a:pt x="14939" y="265"/>
                      <a:pt x="14934" y="266"/>
                    </a:cubicBezTo>
                    <a:cubicBezTo>
                      <a:pt x="14640" y="320"/>
                      <a:pt x="14345" y="373"/>
                      <a:pt x="14051" y="445"/>
                    </a:cubicBezTo>
                    <a:cubicBezTo>
                      <a:pt x="14024" y="454"/>
                      <a:pt x="13997" y="471"/>
                      <a:pt x="13997" y="507"/>
                    </a:cubicBezTo>
                    <a:cubicBezTo>
                      <a:pt x="13997" y="507"/>
                      <a:pt x="14006" y="516"/>
                      <a:pt x="14006" y="516"/>
                    </a:cubicBezTo>
                    <a:cubicBezTo>
                      <a:pt x="14006" y="552"/>
                      <a:pt x="14033" y="570"/>
                      <a:pt x="14069" y="570"/>
                    </a:cubicBezTo>
                    <a:lnTo>
                      <a:pt x="14078" y="570"/>
                    </a:lnTo>
                    <a:cubicBezTo>
                      <a:pt x="14372" y="507"/>
                      <a:pt x="14667" y="445"/>
                      <a:pt x="14952" y="391"/>
                    </a:cubicBezTo>
                    <a:cubicBezTo>
                      <a:pt x="14988" y="391"/>
                      <a:pt x="15006" y="364"/>
                      <a:pt x="15006" y="329"/>
                    </a:cubicBezTo>
                    <a:cubicBezTo>
                      <a:pt x="15006" y="329"/>
                      <a:pt x="15006" y="320"/>
                      <a:pt x="15006" y="320"/>
                    </a:cubicBezTo>
                    <a:cubicBezTo>
                      <a:pt x="15006" y="289"/>
                      <a:pt x="14979" y="265"/>
                      <a:pt x="14948" y="265"/>
                    </a:cubicBezTo>
                    <a:close/>
                    <a:moveTo>
                      <a:pt x="21197" y="275"/>
                    </a:moveTo>
                    <a:cubicBezTo>
                      <a:pt x="21161" y="275"/>
                      <a:pt x="21125" y="293"/>
                      <a:pt x="21116" y="329"/>
                    </a:cubicBezTo>
                    <a:cubicBezTo>
                      <a:pt x="21116" y="329"/>
                      <a:pt x="21116" y="338"/>
                      <a:pt x="21116" y="338"/>
                    </a:cubicBezTo>
                    <a:cubicBezTo>
                      <a:pt x="21116" y="373"/>
                      <a:pt x="21143" y="400"/>
                      <a:pt x="21170" y="400"/>
                    </a:cubicBezTo>
                    <a:cubicBezTo>
                      <a:pt x="21464" y="454"/>
                      <a:pt x="21750" y="516"/>
                      <a:pt x="22035" y="578"/>
                    </a:cubicBezTo>
                    <a:lnTo>
                      <a:pt x="22062" y="578"/>
                    </a:lnTo>
                    <a:cubicBezTo>
                      <a:pt x="22089" y="578"/>
                      <a:pt x="22116" y="561"/>
                      <a:pt x="22125" y="534"/>
                    </a:cubicBezTo>
                    <a:cubicBezTo>
                      <a:pt x="22125" y="525"/>
                      <a:pt x="22125" y="525"/>
                      <a:pt x="22125" y="516"/>
                    </a:cubicBezTo>
                    <a:cubicBezTo>
                      <a:pt x="22125" y="489"/>
                      <a:pt x="22107" y="463"/>
                      <a:pt x="22071" y="454"/>
                    </a:cubicBezTo>
                    <a:cubicBezTo>
                      <a:pt x="21786" y="391"/>
                      <a:pt x="21491" y="329"/>
                      <a:pt x="21197" y="275"/>
                    </a:cubicBezTo>
                    <a:close/>
                    <a:moveTo>
                      <a:pt x="13191" y="657"/>
                    </a:moveTo>
                    <a:cubicBezTo>
                      <a:pt x="13186" y="657"/>
                      <a:pt x="13182" y="658"/>
                      <a:pt x="13177" y="659"/>
                    </a:cubicBezTo>
                    <a:cubicBezTo>
                      <a:pt x="12891" y="739"/>
                      <a:pt x="12606" y="828"/>
                      <a:pt x="12320" y="926"/>
                    </a:cubicBezTo>
                    <a:cubicBezTo>
                      <a:pt x="12294" y="935"/>
                      <a:pt x="12276" y="962"/>
                      <a:pt x="12276" y="989"/>
                    </a:cubicBezTo>
                    <a:cubicBezTo>
                      <a:pt x="12276" y="998"/>
                      <a:pt x="12276" y="998"/>
                      <a:pt x="12276" y="1007"/>
                    </a:cubicBezTo>
                    <a:cubicBezTo>
                      <a:pt x="12285" y="1033"/>
                      <a:pt x="12311" y="1051"/>
                      <a:pt x="12338" y="1051"/>
                    </a:cubicBezTo>
                    <a:lnTo>
                      <a:pt x="12365" y="1051"/>
                    </a:lnTo>
                    <a:cubicBezTo>
                      <a:pt x="12641" y="953"/>
                      <a:pt x="12927" y="864"/>
                      <a:pt x="13212" y="784"/>
                    </a:cubicBezTo>
                    <a:cubicBezTo>
                      <a:pt x="13239" y="784"/>
                      <a:pt x="13257" y="757"/>
                      <a:pt x="13257" y="721"/>
                    </a:cubicBezTo>
                    <a:cubicBezTo>
                      <a:pt x="13266" y="721"/>
                      <a:pt x="13257" y="712"/>
                      <a:pt x="13257" y="703"/>
                    </a:cubicBezTo>
                    <a:cubicBezTo>
                      <a:pt x="13249" y="680"/>
                      <a:pt x="13221" y="657"/>
                      <a:pt x="13191" y="657"/>
                    </a:cubicBezTo>
                    <a:close/>
                    <a:moveTo>
                      <a:pt x="22927" y="674"/>
                    </a:moveTo>
                    <a:cubicBezTo>
                      <a:pt x="22898" y="674"/>
                      <a:pt x="22872" y="692"/>
                      <a:pt x="22865" y="721"/>
                    </a:cubicBezTo>
                    <a:cubicBezTo>
                      <a:pt x="22865" y="730"/>
                      <a:pt x="22865" y="730"/>
                      <a:pt x="22865" y="739"/>
                    </a:cubicBezTo>
                    <a:cubicBezTo>
                      <a:pt x="22865" y="766"/>
                      <a:pt x="22874" y="784"/>
                      <a:pt x="22892" y="793"/>
                    </a:cubicBezTo>
                    <a:lnTo>
                      <a:pt x="22910" y="802"/>
                    </a:lnTo>
                    <a:cubicBezTo>
                      <a:pt x="23195" y="882"/>
                      <a:pt x="23481" y="971"/>
                      <a:pt x="23766" y="1069"/>
                    </a:cubicBezTo>
                    <a:lnTo>
                      <a:pt x="23784" y="1069"/>
                    </a:lnTo>
                    <a:cubicBezTo>
                      <a:pt x="23811" y="1069"/>
                      <a:pt x="23837" y="1051"/>
                      <a:pt x="23846" y="1025"/>
                    </a:cubicBezTo>
                    <a:cubicBezTo>
                      <a:pt x="23846" y="1016"/>
                      <a:pt x="23846" y="1016"/>
                      <a:pt x="23846" y="1007"/>
                    </a:cubicBezTo>
                    <a:cubicBezTo>
                      <a:pt x="23846" y="980"/>
                      <a:pt x="23828" y="953"/>
                      <a:pt x="23802" y="944"/>
                    </a:cubicBezTo>
                    <a:cubicBezTo>
                      <a:pt x="23516" y="846"/>
                      <a:pt x="23231" y="757"/>
                      <a:pt x="22945" y="677"/>
                    </a:cubicBezTo>
                    <a:cubicBezTo>
                      <a:pt x="22939" y="675"/>
                      <a:pt x="22933" y="674"/>
                      <a:pt x="22927" y="674"/>
                    </a:cubicBezTo>
                    <a:close/>
                    <a:moveTo>
                      <a:pt x="11492" y="1227"/>
                    </a:moveTo>
                    <a:cubicBezTo>
                      <a:pt x="11485" y="1227"/>
                      <a:pt x="11479" y="1228"/>
                      <a:pt x="11473" y="1230"/>
                    </a:cubicBezTo>
                    <a:cubicBezTo>
                      <a:pt x="11196" y="1346"/>
                      <a:pt x="10920" y="1462"/>
                      <a:pt x="10643" y="1578"/>
                    </a:cubicBezTo>
                    <a:cubicBezTo>
                      <a:pt x="10616" y="1595"/>
                      <a:pt x="10607" y="1613"/>
                      <a:pt x="10607" y="1640"/>
                    </a:cubicBezTo>
                    <a:cubicBezTo>
                      <a:pt x="10607" y="1649"/>
                      <a:pt x="10607" y="1658"/>
                      <a:pt x="10607" y="1667"/>
                    </a:cubicBezTo>
                    <a:cubicBezTo>
                      <a:pt x="10625" y="1694"/>
                      <a:pt x="10643" y="1703"/>
                      <a:pt x="10670" y="1703"/>
                    </a:cubicBezTo>
                    <a:lnTo>
                      <a:pt x="10697" y="1703"/>
                    </a:lnTo>
                    <a:cubicBezTo>
                      <a:pt x="10964" y="1578"/>
                      <a:pt x="11241" y="1462"/>
                      <a:pt x="11517" y="1355"/>
                    </a:cubicBezTo>
                    <a:cubicBezTo>
                      <a:pt x="11544" y="1346"/>
                      <a:pt x="11562" y="1319"/>
                      <a:pt x="11562" y="1292"/>
                    </a:cubicBezTo>
                    <a:cubicBezTo>
                      <a:pt x="11562" y="1283"/>
                      <a:pt x="11562" y="1274"/>
                      <a:pt x="11553" y="1265"/>
                    </a:cubicBezTo>
                    <a:cubicBezTo>
                      <a:pt x="11546" y="1243"/>
                      <a:pt x="11520" y="1227"/>
                      <a:pt x="11492" y="1227"/>
                    </a:cubicBezTo>
                    <a:close/>
                    <a:moveTo>
                      <a:pt x="24621" y="1249"/>
                    </a:moveTo>
                    <a:cubicBezTo>
                      <a:pt x="24596" y="1249"/>
                      <a:pt x="24575" y="1266"/>
                      <a:pt x="24569" y="1292"/>
                    </a:cubicBezTo>
                    <a:cubicBezTo>
                      <a:pt x="24560" y="1292"/>
                      <a:pt x="24560" y="1301"/>
                      <a:pt x="24560" y="1310"/>
                    </a:cubicBezTo>
                    <a:cubicBezTo>
                      <a:pt x="24560" y="1337"/>
                      <a:pt x="24578" y="1364"/>
                      <a:pt x="24605" y="1372"/>
                    </a:cubicBezTo>
                    <a:cubicBezTo>
                      <a:pt x="24872" y="1479"/>
                      <a:pt x="25149" y="1595"/>
                      <a:pt x="25425" y="1720"/>
                    </a:cubicBezTo>
                    <a:cubicBezTo>
                      <a:pt x="25425" y="1720"/>
                      <a:pt x="25434" y="1729"/>
                      <a:pt x="25443" y="1729"/>
                    </a:cubicBezTo>
                    <a:cubicBezTo>
                      <a:pt x="25470" y="1729"/>
                      <a:pt x="25497" y="1711"/>
                      <a:pt x="25506" y="1685"/>
                    </a:cubicBezTo>
                    <a:cubicBezTo>
                      <a:pt x="25506" y="1676"/>
                      <a:pt x="25515" y="1667"/>
                      <a:pt x="25515" y="1658"/>
                    </a:cubicBezTo>
                    <a:cubicBezTo>
                      <a:pt x="25515" y="1640"/>
                      <a:pt x="25497" y="1613"/>
                      <a:pt x="25479" y="1604"/>
                    </a:cubicBezTo>
                    <a:cubicBezTo>
                      <a:pt x="25202" y="1479"/>
                      <a:pt x="24926" y="1364"/>
                      <a:pt x="24649" y="1256"/>
                    </a:cubicBezTo>
                    <a:cubicBezTo>
                      <a:pt x="24640" y="1252"/>
                      <a:pt x="24630" y="1249"/>
                      <a:pt x="24621" y="1249"/>
                    </a:cubicBezTo>
                    <a:close/>
                    <a:moveTo>
                      <a:pt x="9857" y="1963"/>
                    </a:moveTo>
                    <a:cubicBezTo>
                      <a:pt x="9848" y="1963"/>
                      <a:pt x="9839" y="1965"/>
                      <a:pt x="9831" y="1970"/>
                    </a:cubicBezTo>
                    <a:cubicBezTo>
                      <a:pt x="9564" y="2104"/>
                      <a:pt x="9296" y="2256"/>
                      <a:pt x="9037" y="2398"/>
                    </a:cubicBezTo>
                    <a:cubicBezTo>
                      <a:pt x="9020" y="2416"/>
                      <a:pt x="9011" y="2434"/>
                      <a:pt x="9011" y="2461"/>
                    </a:cubicBezTo>
                    <a:cubicBezTo>
                      <a:pt x="9011" y="2470"/>
                      <a:pt x="9011" y="2479"/>
                      <a:pt x="9020" y="2488"/>
                    </a:cubicBezTo>
                    <a:cubicBezTo>
                      <a:pt x="9028" y="2505"/>
                      <a:pt x="9046" y="2523"/>
                      <a:pt x="9073" y="2523"/>
                    </a:cubicBezTo>
                    <a:cubicBezTo>
                      <a:pt x="9082" y="2523"/>
                      <a:pt x="9091" y="2514"/>
                      <a:pt x="9109" y="2514"/>
                    </a:cubicBezTo>
                    <a:cubicBezTo>
                      <a:pt x="9359" y="2363"/>
                      <a:pt x="9626" y="2220"/>
                      <a:pt x="9894" y="2086"/>
                    </a:cubicBezTo>
                    <a:cubicBezTo>
                      <a:pt x="9912" y="2077"/>
                      <a:pt x="9929" y="2050"/>
                      <a:pt x="9929" y="2033"/>
                    </a:cubicBezTo>
                    <a:cubicBezTo>
                      <a:pt x="9929" y="2015"/>
                      <a:pt x="9921" y="2006"/>
                      <a:pt x="9921" y="1997"/>
                    </a:cubicBezTo>
                    <a:cubicBezTo>
                      <a:pt x="9908" y="1978"/>
                      <a:pt x="9881" y="1963"/>
                      <a:pt x="9857" y="1963"/>
                    </a:cubicBezTo>
                    <a:close/>
                    <a:moveTo>
                      <a:pt x="26251" y="1988"/>
                    </a:moveTo>
                    <a:cubicBezTo>
                      <a:pt x="26228" y="1988"/>
                      <a:pt x="26204" y="2000"/>
                      <a:pt x="26193" y="2024"/>
                    </a:cubicBezTo>
                    <a:cubicBezTo>
                      <a:pt x="26193" y="2033"/>
                      <a:pt x="26193" y="2042"/>
                      <a:pt x="26193" y="2050"/>
                    </a:cubicBezTo>
                    <a:cubicBezTo>
                      <a:pt x="26193" y="2077"/>
                      <a:pt x="26201" y="2095"/>
                      <a:pt x="26219" y="2104"/>
                    </a:cubicBezTo>
                    <a:cubicBezTo>
                      <a:pt x="26228" y="2104"/>
                      <a:pt x="26228" y="2113"/>
                      <a:pt x="26228" y="2113"/>
                    </a:cubicBezTo>
                    <a:cubicBezTo>
                      <a:pt x="26487" y="2247"/>
                      <a:pt x="26755" y="2389"/>
                      <a:pt x="27004" y="2532"/>
                    </a:cubicBezTo>
                    <a:cubicBezTo>
                      <a:pt x="27013" y="2541"/>
                      <a:pt x="27022" y="2541"/>
                      <a:pt x="27040" y="2541"/>
                    </a:cubicBezTo>
                    <a:cubicBezTo>
                      <a:pt x="27058" y="2541"/>
                      <a:pt x="27085" y="2532"/>
                      <a:pt x="27094" y="2514"/>
                    </a:cubicBezTo>
                    <a:cubicBezTo>
                      <a:pt x="27102" y="2505"/>
                      <a:pt x="27102" y="2488"/>
                      <a:pt x="27102" y="2479"/>
                    </a:cubicBezTo>
                    <a:cubicBezTo>
                      <a:pt x="27102" y="2461"/>
                      <a:pt x="27085" y="2434"/>
                      <a:pt x="27067" y="2425"/>
                    </a:cubicBezTo>
                    <a:cubicBezTo>
                      <a:pt x="26808" y="2273"/>
                      <a:pt x="26540" y="2131"/>
                      <a:pt x="26282" y="1997"/>
                    </a:cubicBezTo>
                    <a:cubicBezTo>
                      <a:pt x="26273" y="1991"/>
                      <a:pt x="26262" y="1988"/>
                      <a:pt x="26251" y="1988"/>
                    </a:cubicBezTo>
                    <a:close/>
                    <a:moveTo>
                      <a:pt x="8307" y="2862"/>
                    </a:moveTo>
                    <a:cubicBezTo>
                      <a:pt x="8295" y="2862"/>
                      <a:pt x="8283" y="2865"/>
                      <a:pt x="8270" y="2871"/>
                    </a:cubicBezTo>
                    <a:cubicBezTo>
                      <a:pt x="8020" y="3032"/>
                      <a:pt x="7771" y="3201"/>
                      <a:pt x="7530" y="3380"/>
                    </a:cubicBezTo>
                    <a:lnTo>
                      <a:pt x="7521" y="3380"/>
                    </a:lnTo>
                    <a:cubicBezTo>
                      <a:pt x="7512" y="3398"/>
                      <a:pt x="7503" y="3415"/>
                      <a:pt x="7503" y="3433"/>
                    </a:cubicBezTo>
                    <a:cubicBezTo>
                      <a:pt x="7503" y="3442"/>
                      <a:pt x="7503" y="3460"/>
                      <a:pt x="7512" y="3469"/>
                    </a:cubicBezTo>
                    <a:cubicBezTo>
                      <a:pt x="7530" y="3487"/>
                      <a:pt x="7548" y="3496"/>
                      <a:pt x="7565" y="3496"/>
                    </a:cubicBezTo>
                    <a:cubicBezTo>
                      <a:pt x="7583" y="3496"/>
                      <a:pt x="7592" y="3487"/>
                      <a:pt x="7601" y="3478"/>
                    </a:cubicBezTo>
                    <a:lnTo>
                      <a:pt x="7610" y="3478"/>
                    </a:lnTo>
                    <a:cubicBezTo>
                      <a:pt x="7842" y="3308"/>
                      <a:pt x="8092" y="3139"/>
                      <a:pt x="8342" y="2978"/>
                    </a:cubicBezTo>
                    <a:cubicBezTo>
                      <a:pt x="8359" y="2969"/>
                      <a:pt x="8368" y="2943"/>
                      <a:pt x="8368" y="2925"/>
                    </a:cubicBezTo>
                    <a:cubicBezTo>
                      <a:pt x="8368" y="2916"/>
                      <a:pt x="8368" y="2898"/>
                      <a:pt x="8359" y="2889"/>
                    </a:cubicBezTo>
                    <a:cubicBezTo>
                      <a:pt x="8348" y="2872"/>
                      <a:pt x="8329" y="2862"/>
                      <a:pt x="8307" y="2862"/>
                    </a:cubicBezTo>
                    <a:close/>
                    <a:moveTo>
                      <a:pt x="27797" y="2882"/>
                    </a:moveTo>
                    <a:cubicBezTo>
                      <a:pt x="27776" y="2882"/>
                      <a:pt x="27756" y="2894"/>
                      <a:pt x="27745" y="2916"/>
                    </a:cubicBezTo>
                    <a:cubicBezTo>
                      <a:pt x="27736" y="2925"/>
                      <a:pt x="27736" y="2934"/>
                      <a:pt x="27736" y="2951"/>
                    </a:cubicBezTo>
                    <a:cubicBezTo>
                      <a:pt x="27736" y="2969"/>
                      <a:pt x="27745" y="2987"/>
                      <a:pt x="27754" y="2996"/>
                    </a:cubicBezTo>
                    <a:lnTo>
                      <a:pt x="27763" y="3005"/>
                    </a:lnTo>
                    <a:cubicBezTo>
                      <a:pt x="28012" y="3166"/>
                      <a:pt x="28262" y="3335"/>
                      <a:pt x="28503" y="3505"/>
                    </a:cubicBezTo>
                    <a:cubicBezTo>
                      <a:pt x="28512" y="3513"/>
                      <a:pt x="28521" y="3513"/>
                      <a:pt x="28539" y="3513"/>
                    </a:cubicBezTo>
                    <a:cubicBezTo>
                      <a:pt x="28557" y="3513"/>
                      <a:pt x="28574" y="3505"/>
                      <a:pt x="28592" y="3487"/>
                    </a:cubicBezTo>
                    <a:cubicBezTo>
                      <a:pt x="28601" y="3478"/>
                      <a:pt x="28601" y="3469"/>
                      <a:pt x="28601" y="3451"/>
                    </a:cubicBezTo>
                    <a:cubicBezTo>
                      <a:pt x="28601" y="3433"/>
                      <a:pt x="28592" y="3415"/>
                      <a:pt x="28574" y="3398"/>
                    </a:cubicBezTo>
                    <a:cubicBezTo>
                      <a:pt x="28334" y="3228"/>
                      <a:pt x="28084" y="3059"/>
                      <a:pt x="27834" y="2898"/>
                    </a:cubicBezTo>
                    <a:cubicBezTo>
                      <a:pt x="27823" y="2887"/>
                      <a:pt x="27810" y="2882"/>
                      <a:pt x="27797" y="2882"/>
                    </a:cubicBezTo>
                    <a:close/>
                    <a:moveTo>
                      <a:pt x="6853" y="3908"/>
                    </a:moveTo>
                    <a:cubicBezTo>
                      <a:pt x="6840" y="3908"/>
                      <a:pt x="6827" y="3913"/>
                      <a:pt x="6816" y="3924"/>
                    </a:cubicBezTo>
                    <a:cubicBezTo>
                      <a:pt x="6575" y="4102"/>
                      <a:pt x="6343" y="4299"/>
                      <a:pt x="6120" y="4495"/>
                    </a:cubicBezTo>
                    <a:cubicBezTo>
                      <a:pt x="6111" y="4513"/>
                      <a:pt x="6102" y="4530"/>
                      <a:pt x="6102" y="4548"/>
                    </a:cubicBezTo>
                    <a:cubicBezTo>
                      <a:pt x="6102" y="4557"/>
                      <a:pt x="6102" y="4575"/>
                      <a:pt x="6120" y="4584"/>
                    </a:cubicBezTo>
                    <a:cubicBezTo>
                      <a:pt x="6129" y="4602"/>
                      <a:pt x="6147" y="4611"/>
                      <a:pt x="6165" y="4611"/>
                    </a:cubicBezTo>
                    <a:cubicBezTo>
                      <a:pt x="6183" y="4611"/>
                      <a:pt x="6192" y="4602"/>
                      <a:pt x="6209" y="4593"/>
                    </a:cubicBezTo>
                    <a:cubicBezTo>
                      <a:pt x="6432" y="4397"/>
                      <a:pt x="6664" y="4200"/>
                      <a:pt x="6887" y="4022"/>
                    </a:cubicBezTo>
                    <a:cubicBezTo>
                      <a:pt x="6905" y="4004"/>
                      <a:pt x="6914" y="3986"/>
                      <a:pt x="6914" y="3968"/>
                    </a:cubicBezTo>
                    <a:cubicBezTo>
                      <a:pt x="6914" y="3951"/>
                      <a:pt x="6914" y="3942"/>
                      <a:pt x="6905" y="3933"/>
                    </a:cubicBezTo>
                    <a:cubicBezTo>
                      <a:pt x="6890" y="3917"/>
                      <a:pt x="6871" y="3908"/>
                      <a:pt x="6853" y="3908"/>
                    </a:cubicBezTo>
                    <a:close/>
                    <a:moveTo>
                      <a:pt x="29255" y="3932"/>
                    </a:moveTo>
                    <a:cubicBezTo>
                      <a:pt x="29235" y="3932"/>
                      <a:pt x="29215" y="3940"/>
                      <a:pt x="29199" y="3951"/>
                    </a:cubicBezTo>
                    <a:cubicBezTo>
                      <a:pt x="29190" y="3968"/>
                      <a:pt x="29190" y="3977"/>
                      <a:pt x="29190" y="3995"/>
                    </a:cubicBezTo>
                    <a:cubicBezTo>
                      <a:pt x="29190" y="4013"/>
                      <a:pt x="29199" y="4031"/>
                      <a:pt x="29208" y="4049"/>
                    </a:cubicBezTo>
                    <a:cubicBezTo>
                      <a:pt x="29440" y="4227"/>
                      <a:pt x="29672" y="4423"/>
                      <a:pt x="29895" y="4620"/>
                    </a:cubicBezTo>
                    <a:cubicBezTo>
                      <a:pt x="29904" y="4629"/>
                      <a:pt x="29922" y="4638"/>
                      <a:pt x="29939" y="4638"/>
                    </a:cubicBezTo>
                    <a:cubicBezTo>
                      <a:pt x="29957" y="4638"/>
                      <a:pt x="29975" y="4629"/>
                      <a:pt x="29984" y="4611"/>
                    </a:cubicBezTo>
                    <a:cubicBezTo>
                      <a:pt x="29993" y="4602"/>
                      <a:pt x="30002" y="4584"/>
                      <a:pt x="30002" y="4575"/>
                    </a:cubicBezTo>
                    <a:cubicBezTo>
                      <a:pt x="30002" y="4557"/>
                      <a:pt x="29993" y="4539"/>
                      <a:pt x="29975" y="4522"/>
                    </a:cubicBezTo>
                    <a:cubicBezTo>
                      <a:pt x="29752" y="4325"/>
                      <a:pt x="29529" y="4129"/>
                      <a:pt x="29297" y="3951"/>
                    </a:cubicBezTo>
                    <a:cubicBezTo>
                      <a:pt x="29288" y="3942"/>
                      <a:pt x="29288" y="3942"/>
                      <a:pt x="29288" y="3942"/>
                    </a:cubicBezTo>
                    <a:cubicBezTo>
                      <a:pt x="29278" y="3935"/>
                      <a:pt x="29266" y="3932"/>
                      <a:pt x="29255" y="3932"/>
                    </a:cubicBezTo>
                    <a:close/>
                    <a:moveTo>
                      <a:pt x="5509" y="5090"/>
                    </a:moveTo>
                    <a:cubicBezTo>
                      <a:pt x="5491" y="5090"/>
                      <a:pt x="5473" y="5097"/>
                      <a:pt x="5460" y="5110"/>
                    </a:cubicBezTo>
                    <a:cubicBezTo>
                      <a:pt x="5246" y="5316"/>
                      <a:pt x="5041" y="5530"/>
                      <a:pt x="4836" y="5753"/>
                    </a:cubicBezTo>
                    <a:cubicBezTo>
                      <a:pt x="4827" y="5762"/>
                      <a:pt x="4818" y="5779"/>
                      <a:pt x="4818" y="5797"/>
                    </a:cubicBezTo>
                    <a:cubicBezTo>
                      <a:pt x="4818" y="5815"/>
                      <a:pt x="4827" y="5833"/>
                      <a:pt x="4836" y="5842"/>
                    </a:cubicBezTo>
                    <a:cubicBezTo>
                      <a:pt x="4853" y="5851"/>
                      <a:pt x="4862" y="5860"/>
                      <a:pt x="4880" y="5860"/>
                    </a:cubicBezTo>
                    <a:cubicBezTo>
                      <a:pt x="4898" y="5860"/>
                      <a:pt x="4916" y="5851"/>
                      <a:pt x="4925" y="5842"/>
                    </a:cubicBezTo>
                    <a:cubicBezTo>
                      <a:pt x="5130" y="5619"/>
                      <a:pt x="5344" y="5405"/>
                      <a:pt x="5549" y="5200"/>
                    </a:cubicBezTo>
                    <a:cubicBezTo>
                      <a:pt x="5567" y="5191"/>
                      <a:pt x="5576" y="5173"/>
                      <a:pt x="5576" y="5155"/>
                    </a:cubicBezTo>
                    <a:cubicBezTo>
                      <a:pt x="5576" y="5137"/>
                      <a:pt x="5567" y="5119"/>
                      <a:pt x="5558" y="5110"/>
                    </a:cubicBezTo>
                    <a:cubicBezTo>
                      <a:pt x="5545" y="5097"/>
                      <a:pt x="5527" y="5090"/>
                      <a:pt x="5509" y="5090"/>
                    </a:cubicBezTo>
                    <a:close/>
                    <a:moveTo>
                      <a:pt x="30591" y="5117"/>
                    </a:moveTo>
                    <a:cubicBezTo>
                      <a:pt x="30575" y="5117"/>
                      <a:pt x="30559" y="5124"/>
                      <a:pt x="30546" y="5137"/>
                    </a:cubicBezTo>
                    <a:cubicBezTo>
                      <a:pt x="30537" y="5146"/>
                      <a:pt x="30528" y="5164"/>
                      <a:pt x="30528" y="5182"/>
                    </a:cubicBezTo>
                    <a:cubicBezTo>
                      <a:pt x="30528" y="5200"/>
                      <a:pt x="30537" y="5217"/>
                      <a:pt x="30546" y="5226"/>
                    </a:cubicBezTo>
                    <a:cubicBezTo>
                      <a:pt x="30760" y="5432"/>
                      <a:pt x="30965" y="5655"/>
                      <a:pt x="31170" y="5869"/>
                    </a:cubicBezTo>
                    <a:cubicBezTo>
                      <a:pt x="31179" y="5878"/>
                      <a:pt x="31197" y="5886"/>
                      <a:pt x="31215" y="5886"/>
                    </a:cubicBezTo>
                    <a:cubicBezTo>
                      <a:pt x="31233" y="5886"/>
                      <a:pt x="31251" y="5878"/>
                      <a:pt x="31260" y="5869"/>
                    </a:cubicBezTo>
                    <a:cubicBezTo>
                      <a:pt x="31278" y="5860"/>
                      <a:pt x="31278" y="5842"/>
                      <a:pt x="31278" y="5824"/>
                    </a:cubicBezTo>
                    <a:cubicBezTo>
                      <a:pt x="31278" y="5806"/>
                      <a:pt x="31278" y="5788"/>
                      <a:pt x="31269" y="5779"/>
                    </a:cubicBezTo>
                    <a:cubicBezTo>
                      <a:pt x="31063" y="5565"/>
                      <a:pt x="30849" y="5342"/>
                      <a:pt x="30635" y="5137"/>
                    </a:cubicBezTo>
                    <a:cubicBezTo>
                      <a:pt x="30622" y="5124"/>
                      <a:pt x="30606" y="5117"/>
                      <a:pt x="30591" y="5117"/>
                    </a:cubicBezTo>
                    <a:close/>
                    <a:moveTo>
                      <a:pt x="4287" y="6400"/>
                    </a:moveTo>
                    <a:cubicBezTo>
                      <a:pt x="4270" y="6400"/>
                      <a:pt x="4253" y="6407"/>
                      <a:pt x="4238" y="6422"/>
                    </a:cubicBezTo>
                    <a:cubicBezTo>
                      <a:pt x="4050" y="6654"/>
                      <a:pt x="3854" y="6886"/>
                      <a:pt x="3676" y="7126"/>
                    </a:cubicBezTo>
                    <a:cubicBezTo>
                      <a:pt x="3667" y="7135"/>
                      <a:pt x="3667" y="7144"/>
                      <a:pt x="3667" y="7162"/>
                    </a:cubicBezTo>
                    <a:cubicBezTo>
                      <a:pt x="3667" y="7180"/>
                      <a:pt x="3676" y="7198"/>
                      <a:pt x="3685" y="7216"/>
                    </a:cubicBezTo>
                    <a:cubicBezTo>
                      <a:pt x="3703" y="7225"/>
                      <a:pt x="3711" y="7225"/>
                      <a:pt x="3729" y="7225"/>
                    </a:cubicBezTo>
                    <a:cubicBezTo>
                      <a:pt x="3747" y="7225"/>
                      <a:pt x="3765" y="7216"/>
                      <a:pt x="3783" y="7207"/>
                    </a:cubicBezTo>
                    <a:cubicBezTo>
                      <a:pt x="3952" y="6966"/>
                      <a:pt x="4140" y="6734"/>
                      <a:pt x="4336" y="6511"/>
                    </a:cubicBezTo>
                    <a:lnTo>
                      <a:pt x="4336" y="6502"/>
                    </a:lnTo>
                    <a:cubicBezTo>
                      <a:pt x="4345" y="6493"/>
                      <a:pt x="4354" y="6484"/>
                      <a:pt x="4354" y="6466"/>
                    </a:cubicBezTo>
                    <a:cubicBezTo>
                      <a:pt x="4354" y="6448"/>
                      <a:pt x="4345" y="6431"/>
                      <a:pt x="4327" y="6413"/>
                    </a:cubicBezTo>
                    <a:cubicBezTo>
                      <a:pt x="4315" y="6405"/>
                      <a:pt x="4301" y="6400"/>
                      <a:pt x="4287" y="6400"/>
                    </a:cubicBezTo>
                    <a:close/>
                    <a:moveTo>
                      <a:pt x="31808" y="6432"/>
                    </a:moveTo>
                    <a:cubicBezTo>
                      <a:pt x="31794" y="6432"/>
                      <a:pt x="31779" y="6437"/>
                      <a:pt x="31768" y="6448"/>
                    </a:cubicBezTo>
                    <a:cubicBezTo>
                      <a:pt x="31750" y="6457"/>
                      <a:pt x="31741" y="6475"/>
                      <a:pt x="31741" y="6493"/>
                    </a:cubicBezTo>
                    <a:cubicBezTo>
                      <a:pt x="31741" y="6511"/>
                      <a:pt x="31750" y="6529"/>
                      <a:pt x="31759" y="6538"/>
                    </a:cubicBezTo>
                    <a:cubicBezTo>
                      <a:pt x="31956" y="6761"/>
                      <a:pt x="32134" y="7002"/>
                      <a:pt x="32312" y="7234"/>
                    </a:cubicBezTo>
                    <a:lnTo>
                      <a:pt x="32321" y="7242"/>
                    </a:lnTo>
                    <a:cubicBezTo>
                      <a:pt x="32330" y="7251"/>
                      <a:pt x="32348" y="7260"/>
                      <a:pt x="32366" y="7260"/>
                    </a:cubicBezTo>
                    <a:cubicBezTo>
                      <a:pt x="32384" y="7260"/>
                      <a:pt x="32393" y="7251"/>
                      <a:pt x="32411" y="7242"/>
                    </a:cubicBezTo>
                    <a:cubicBezTo>
                      <a:pt x="32419" y="7234"/>
                      <a:pt x="32428" y="7216"/>
                      <a:pt x="32428" y="7198"/>
                    </a:cubicBezTo>
                    <a:cubicBezTo>
                      <a:pt x="32428" y="7180"/>
                      <a:pt x="32428" y="7171"/>
                      <a:pt x="32419" y="7153"/>
                    </a:cubicBezTo>
                    <a:cubicBezTo>
                      <a:pt x="32241" y="6921"/>
                      <a:pt x="32054" y="6680"/>
                      <a:pt x="31857" y="6457"/>
                    </a:cubicBezTo>
                    <a:cubicBezTo>
                      <a:pt x="31847" y="6442"/>
                      <a:pt x="31828" y="6432"/>
                      <a:pt x="31808" y="6432"/>
                    </a:cubicBezTo>
                    <a:close/>
                    <a:moveTo>
                      <a:pt x="3206" y="7822"/>
                    </a:moveTo>
                    <a:cubicBezTo>
                      <a:pt x="3184" y="7822"/>
                      <a:pt x="3161" y="7832"/>
                      <a:pt x="3149" y="7849"/>
                    </a:cubicBezTo>
                    <a:cubicBezTo>
                      <a:pt x="2980" y="8099"/>
                      <a:pt x="2819" y="8358"/>
                      <a:pt x="2659" y="8607"/>
                    </a:cubicBezTo>
                    <a:cubicBezTo>
                      <a:pt x="2659" y="8616"/>
                      <a:pt x="2650" y="8625"/>
                      <a:pt x="2650" y="8643"/>
                    </a:cubicBezTo>
                    <a:cubicBezTo>
                      <a:pt x="2650" y="8661"/>
                      <a:pt x="2668" y="8679"/>
                      <a:pt x="2686" y="8697"/>
                    </a:cubicBezTo>
                    <a:cubicBezTo>
                      <a:pt x="2695" y="8697"/>
                      <a:pt x="2703" y="8706"/>
                      <a:pt x="2712" y="8706"/>
                    </a:cubicBezTo>
                    <a:cubicBezTo>
                      <a:pt x="2739" y="8706"/>
                      <a:pt x="2757" y="8697"/>
                      <a:pt x="2775" y="8670"/>
                    </a:cubicBezTo>
                    <a:cubicBezTo>
                      <a:pt x="2926" y="8420"/>
                      <a:pt x="3087" y="8170"/>
                      <a:pt x="3257" y="7929"/>
                    </a:cubicBezTo>
                    <a:lnTo>
                      <a:pt x="3257" y="7920"/>
                    </a:lnTo>
                    <a:cubicBezTo>
                      <a:pt x="3265" y="7912"/>
                      <a:pt x="3265" y="7903"/>
                      <a:pt x="3265" y="7894"/>
                    </a:cubicBezTo>
                    <a:cubicBezTo>
                      <a:pt x="3265" y="7867"/>
                      <a:pt x="3257" y="7849"/>
                      <a:pt x="3239" y="7831"/>
                    </a:cubicBezTo>
                    <a:cubicBezTo>
                      <a:pt x="3229" y="7825"/>
                      <a:pt x="3217" y="7822"/>
                      <a:pt x="3206" y="7822"/>
                    </a:cubicBezTo>
                    <a:close/>
                    <a:moveTo>
                      <a:pt x="32890" y="7858"/>
                    </a:moveTo>
                    <a:cubicBezTo>
                      <a:pt x="32878" y="7858"/>
                      <a:pt x="32866" y="7861"/>
                      <a:pt x="32857" y="7867"/>
                    </a:cubicBezTo>
                    <a:cubicBezTo>
                      <a:pt x="32839" y="7885"/>
                      <a:pt x="32830" y="7903"/>
                      <a:pt x="32830" y="7920"/>
                    </a:cubicBezTo>
                    <a:cubicBezTo>
                      <a:pt x="32830" y="7938"/>
                      <a:pt x="32830" y="7947"/>
                      <a:pt x="32839" y="7956"/>
                    </a:cubicBezTo>
                    <a:cubicBezTo>
                      <a:pt x="33008" y="8206"/>
                      <a:pt x="33169" y="8456"/>
                      <a:pt x="33320" y="8714"/>
                    </a:cubicBezTo>
                    <a:cubicBezTo>
                      <a:pt x="33338" y="8732"/>
                      <a:pt x="33356" y="8741"/>
                      <a:pt x="33374" y="8741"/>
                    </a:cubicBezTo>
                    <a:cubicBezTo>
                      <a:pt x="33392" y="8741"/>
                      <a:pt x="33401" y="8741"/>
                      <a:pt x="33410" y="8732"/>
                    </a:cubicBezTo>
                    <a:cubicBezTo>
                      <a:pt x="33428" y="8723"/>
                      <a:pt x="33445" y="8697"/>
                      <a:pt x="33445" y="8679"/>
                    </a:cubicBezTo>
                    <a:cubicBezTo>
                      <a:pt x="33445" y="8661"/>
                      <a:pt x="33436" y="8652"/>
                      <a:pt x="33436" y="8643"/>
                    </a:cubicBezTo>
                    <a:cubicBezTo>
                      <a:pt x="33276" y="8393"/>
                      <a:pt x="33115" y="8135"/>
                      <a:pt x="32946" y="7885"/>
                    </a:cubicBezTo>
                    <a:cubicBezTo>
                      <a:pt x="32934" y="7867"/>
                      <a:pt x="32912" y="7858"/>
                      <a:pt x="32890" y="7858"/>
                    </a:cubicBezTo>
                    <a:close/>
                    <a:moveTo>
                      <a:pt x="2267" y="9348"/>
                    </a:moveTo>
                    <a:cubicBezTo>
                      <a:pt x="2244" y="9348"/>
                      <a:pt x="2225" y="9360"/>
                      <a:pt x="2213" y="9384"/>
                    </a:cubicBezTo>
                    <a:cubicBezTo>
                      <a:pt x="2070" y="9642"/>
                      <a:pt x="1927" y="9910"/>
                      <a:pt x="1802" y="10177"/>
                    </a:cubicBezTo>
                    <a:cubicBezTo>
                      <a:pt x="1793" y="10186"/>
                      <a:pt x="1793" y="10195"/>
                      <a:pt x="1793" y="10204"/>
                    </a:cubicBezTo>
                    <a:cubicBezTo>
                      <a:pt x="1793" y="10231"/>
                      <a:pt x="1811" y="10258"/>
                      <a:pt x="1829" y="10267"/>
                    </a:cubicBezTo>
                    <a:cubicBezTo>
                      <a:pt x="1838" y="10267"/>
                      <a:pt x="1847" y="10276"/>
                      <a:pt x="1856" y="10276"/>
                    </a:cubicBezTo>
                    <a:cubicBezTo>
                      <a:pt x="1883" y="10276"/>
                      <a:pt x="1901" y="10258"/>
                      <a:pt x="1918" y="10240"/>
                    </a:cubicBezTo>
                    <a:cubicBezTo>
                      <a:pt x="2043" y="9972"/>
                      <a:pt x="2186" y="9705"/>
                      <a:pt x="2320" y="9446"/>
                    </a:cubicBezTo>
                    <a:cubicBezTo>
                      <a:pt x="2329" y="9437"/>
                      <a:pt x="2329" y="9419"/>
                      <a:pt x="2329" y="9410"/>
                    </a:cubicBezTo>
                    <a:cubicBezTo>
                      <a:pt x="2329" y="9392"/>
                      <a:pt x="2320" y="9366"/>
                      <a:pt x="2302" y="9357"/>
                    </a:cubicBezTo>
                    <a:cubicBezTo>
                      <a:pt x="2290" y="9351"/>
                      <a:pt x="2278" y="9348"/>
                      <a:pt x="2267" y="9348"/>
                    </a:cubicBezTo>
                    <a:close/>
                    <a:moveTo>
                      <a:pt x="33820" y="9389"/>
                    </a:moveTo>
                    <a:cubicBezTo>
                      <a:pt x="33811" y="9389"/>
                      <a:pt x="33802" y="9390"/>
                      <a:pt x="33793" y="9392"/>
                    </a:cubicBezTo>
                    <a:cubicBezTo>
                      <a:pt x="33775" y="9410"/>
                      <a:pt x="33758" y="9428"/>
                      <a:pt x="33758" y="9455"/>
                    </a:cubicBezTo>
                    <a:cubicBezTo>
                      <a:pt x="33758" y="9464"/>
                      <a:pt x="33767" y="9473"/>
                      <a:pt x="33767" y="9482"/>
                    </a:cubicBezTo>
                    <a:cubicBezTo>
                      <a:pt x="33909" y="9749"/>
                      <a:pt x="34052" y="10017"/>
                      <a:pt x="34177" y="10276"/>
                    </a:cubicBezTo>
                    <a:lnTo>
                      <a:pt x="34186" y="10293"/>
                    </a:lnTo>
                    <a:cubicBezTo>
                      <a:pt x="34195" y="10302"/>
                      <a:pt x="34213" y="10311"/>
                      <a:pt x="34239" y="10311"/>
                    </a:cubicBezTo>
                    <a:lnTo>
                      <a:pt x="34266" y="10311"/>
                    </a:lnTo>
                    <a:cubicBezTo>
                      <a:pt x="34284" y="10302"/>
                      <a:pt x="34302" y="10276"/>
                      <a:pt x="34302" y="10249"/>
                    </a:cubicBezTo>
                    <a:cubicBezTo>
                      <a:pt x="34302" y="10240"/>
                      <a:pt x="34293" y="10231"/>
                      <a:pt x="34293" y="10222"/>
                    </a:cubicBezTo>
                    <a:cubicBezTo>
                      <a:pt x="34159" y="9954"/>
                      <a:pt x="34025" y="9687"/>
                      <a:pt x="33882" y="9419"/>
                    </a:cubicBezTo>
                    <a:cubicBezTo>
                      <a:pt x="33869" y="9399"/>
                      <a:pt x="33846" y="9389"/>
                      <a:pt x="33820" y="9389"/>
                    </a:cubicBezTo>
                    <a:close/>
                    <a:moveTo>
                      <a:pt x="1489" y="10956"/>
                    </a:moveTo>
                    <a:cubicBezTo>
                      <a:pt x="1463" y="10956"/>
                      <a:pt x="1441" y="10972"/>
                      <a:pt x="1428" y="10998"/>
                    </a:cubicBezTo>
                    <a:cubicBezTo>
                      <a:pt x="1312" y="11266"/>
                      <a:pt x="1205" y="11551"/>
                      <a:pt x="1098" y="11828"/>
                    </a:cubicBezTo>
                    <a:cubicBezTo>
                      <a:pt x="1098" y="11837"/>
                      <a:pt x="1098" y="11846"/>
                      <a:pt x="1098" y="11855"/>
                    </a:cubicBezTo>
                    <a:cubicBezTo>
                      <a:pt x="1098" y="11881"/>
                      <a:pt x="1115" y="11908"/>
                      <a:pt x="1133" y="11917"/>
                    </a:cubicBezTo>
                    <a:lnTo>
                      <a:pt x="1160" y="11917"/>
                    </a:lnTo>
                    <a:cubicBezTo>
                      <a:pt x="1187" y="11917"/>
                      <a:pt x="1214" y="11899"/>
                      <a:pt x="1223" y="11872"/>
                    </a:cubicBezTo>
                    <a:cubicBezTo>
                      <a:pt x="1321" y="11596"/>
                      <a:pt x="1428" y="11319"/>
                      <a:pt x="1544" y="11052"/>
                    </a:cubicBezTo>
                    <a:lnTo>
                      <a:pt x="1544" y="11043"/>
                    </a:lnTo>
                    <a:cubicBezTo>
                      <a:pt x="1553" y="11043"/>
                      <a:pt x="1553" y="11034"/>
                      <a:pt x="1553" y="11025"/>
                    </a:cubicBezTo>
                    <a:cubicBezTo>
                      <a:pt x="1553" y="10998"/>
                      <a:pt x="1535" y="10971"/>
                      <a:pt x="1517" y="10963"/>
                    </a:cubicBezTo>
                    <a:cubicBezTo>
                      <a:pt x="1507" y="10958"/>
                      <a:pt x="1498" y="10956"/>
                      <a:pt x="1489" y="10956"/>
                    </a:cubicBezTo>
                    <a:close/>
                    <a:moveTo>
                      <a:pt x="34597" y="11005"/>
                    </a:moveTo>
                    <a:cubicBezTo>
                      <a:pt x="34591" y="11005"/>
                      <a:pt x="34585" y="11006"/>
                      <a:pt x="34578" y="11007"/>
                    </a:cubicBezTo>
                    <a:cubicBezTo>
                      <a:pt x="34552" y="11016"/>
                      <a:pt x="34543" y="11043"/>
                      <a:pt x="34543" y="11070"/>
                    </a:cubicBezTo>
                    <a:cubicBezTo>
                      <a:pt x="34543" y="11078"/>
                      <a:pt x="34543" y="11087"/>
                      <a:pt x="34543" y="11096"/>
                    </a:cubicBezTo>
                    <a:cubicBezTo>
                      <a:pt x="34659" y="11364"/>
                      <a:pt x="34766" y="11649"/>
                      <a:pt x="34873" y="11926"/>
                    </a:cubicBezTo>
                    <a:cubicBezTo>
                      <a:pt x="34882" y="11953"/>
                      <a:pt x="34908" y="11971"/>
                      <a:pt x="34935" y="11971"/>
                    </a:cubicBezTo>
                    <a:cubicBezTo>
                      <a:pt x="34935" y="11971"/>
                      <a:pt x="34944" y="11971"/>
                      <a:pt x="34953" y="11962"/>
                    </a:cubicBezTo>
                    <a:cubicBezTo>
                      <a:pt x="34980" y="11953"/>
                      <a:pt x="34998" y="11935"/>
                      <a:pt x="34998" y="11908"/>
                    </a:cubicBezTo>
                    <a:cubicBezTo>
                      <a:pt x="34998" y="11899"/>
                      <a:pt x="34998" y="11890"/>
                      <a:pt x="34989" y="11881"/>
                    </a:cubicBezTo>
                    <a:cubicBezTo>
                      <a:pt x="34891" y="11605"/>
                      <a:pt x="34775" y="11319"/>
                      <a:pt x="34659" y="11043"/>
                    </a:cubicBezTo>
                    <a:cubicBezTo>
                      <a:pt x="34651" y="11021"/>
                      <a:pt x="34626" y="11005"/>
                      <a:pt x="34597" y="11005"/>
                    </a:cubicBezTo>
                    <a:close/>
                    <a:moveTo>
                      <a:pt x="874" y="12637"/>
                    </a:moveTo>
                    <a:cubicBezTo>
                      <a:pt x="845" y="12637"/>
                      <a:pt x="820" y="12655"/>
                      <a:pt x="812" y="12684"/>
                    </a:cubicBezTo>
                    <a:cubicBezTo>
                      <a:pt x="723" y="12970"/>
                      <a:pt x="643" y="13255"/>
                      <a:pt x="571" y="13550"/>
                    </a:cubicBezTo>
                    <a:lnTo>
                      <a:pt x="562" y="13550"/>
                    </a:lnTo>
                    <a:cubicBezTo>
                      <a:pt x="562" y="13550"/>
                      <a:pt x="562" y="13559"/>
                      <a:pt x="562" y="13559"/>
                    </a:cubicBezTo>
                    <a:cubicBezTo>
                      <a:pt x="562" y="13594"/>
                      <a:pt x="580" y="13621"/>
                      <a:pt x="616" y="13621"/>
                    </a:cubicBezTo>
                    <a:cubicBezTo>
                      <a:pt x="616" y="13630"/>
                      <a:pt x="625" y="13630"/>
                      <a:pt x="625" y="13630"/>
                    </a:cubicBezTo>
                    <a:cubicBezTo>
                      <a:pt x="661" y="13630"/>
                      <a:pt x="687" y="13603"/>
                      <a:pt x="687" y="13576"/>
                    </a:cubicBezTo>
                    <a:cubicBezTo>
                      <a:pt x="768" y="13291"/>
                      <a:pt x="848" y="13005"/>
                      <a:pt x="937" y="12720"/>
                    </a:cubicBezTo>
                    <a:cubicBezTo>
                      <a:pt x="937" y="12711"/>
                      <a:pt x="937" y="12711"/>
                      <a:pt x="937" y="12702"/>
                    </a:cubicBezTo>
                    <a:cubicBezTo>
                      <a:pt x="937" y="12675"/>
                      <a:pt x="919" y="12649"/>
                      <a:pt x="892" y="12640"/>
                    </a:cubicBezTo>
                    <a:cubicBezTo>
                      <a:pt x="886" y="12638"/>
                      <a:pt x="880" y="12637"/>
                      <a:pt x="874" y="12637"/>
                    </a:cubicBezTo>
                    <a:close/>
                    <a:moveTo>
                      <a:pt x="35212" y="12691"/>
                    </a:moveTo>
                    <a:cubicBezTo>
                      <a:pt x="35206" y="12691"/>
                      <a:pt x="35200" y="12692"/>
                      <a:pt x="35194" y="12693"/>
                    </a:cubicBezTo>
                    <a:cubicBezTo>
                      <a:pt x="35167" y="12702"/>
                      <a:pt x="35149" y="12729"/>
                      <a:pt x="35149" y="12756"/>
                    </a:cubicBezTo>
                    <a:cubicBezTo>
                      <a:pt x="35149" y="12765"/>
                      <a:pt x="35149" y="12765"/>
                      <a:pt x="35158" y="12773"/>
                    </a:cubicBezTo>
                    <a:cubicBezTo>
                      <a:pt x="35238" y="13059"/>
                      <a:pt x="35319" y="13344"/>
                      <a:pt x="35390" y="13639"/>
                    </a:cubicBezTo>
                    <a:cubicBezTo>
                      <a:pt x="35399" y="13666"/>
                      <a:pt x="35426" y="13683"/>
                      <a:pt x="35453" y="13683"/>
                    </a:cubicBezTo>
                    <a:lnTo>
                      <a:pt x="35470" y="13683"/>
                    </a:lnTo>
                    <a:cubicBezTo>
                      <a:pt x="35497" y="13675"/>
                      <a:pt x="35524" y="13648"/>
                      <a:pt x="35524" y="13621"/>
                    </a:cubicBezTo>
                    <a:cubicBezTo>
                      <a:pt x="35524" y="13612"/>
                      <a:pt x="35524" y="13612"/>
                      <a:pt x="35515" y="13603"/>
                    </a:cubicBezTo>
                    <a:cubicBezTo>
                      <a:pt x="35444" y="13318"/>
                      <a:pt x="35363" y="13023"/>
                      <a:pt x="35274" y="12738"/>
                    </a:cubicBezTo>
                    <a:cubicBezTo>
                      <a:pt x="35267" y="12708"/>
                      <a:pt x="35241" y="12691"/>
                      <a:pt x="35212" y="12691"/>
                    </a:cubicBezTo>
                    <a:close/>
                    <a:moveTo>
                      <a:pt x="427" y="14369"/>
                    </a:moveTo>
                    <a:cubicBezTo>
                      <a:pt x="402" y="14369"/>
                      <a:pt x="374" y="14393"/>
                      <a:pt x="366" y="14424"/>
                    </a:cubicBezTo>
                    <a:cubicBezTo>
                      <a:pt x="304" y="14718"/>
                      <a:pt x="250" y="15013"/>
                      <a:pt x="206" y="15307"/>
                    </a:cubicBezTo>
                    <a:cubicBezTo>
                      <a:pt x="206" y="15307"/>
                      <a:pt x="206" y="15316"/>
                      <a:pt x="206" y="15316"/>
                    </a:cubicBezTo>
                    <a:cubicBezTo>
                      <a:pt x="206" y="15352"/>
                      <a:pt x="232" y="15378"/>
                      <a:pt x="259" y="15378"/>
                    </a:cubicBezTo>
                    <a:lnTo>
                      <a:pt x="268" y="15378"/>
                    </a:lnTo>
                    <a:cubicBezTo>
                      <a:pt x="304" y="15378"/>
                      <a:pt x="330" y="15361"/>
                      <a:pt x="339" y="15325"/>
                    </a:cubicBezTo>
                    <a:cubicBezTo>
                      <a:pt x="384" y="15030"/>
                      <a:pt x="429" y="14736"/>
                      <a:pt x="491" y="14451"/>
                    </a:cubicBezTo>
                    <a:cubicBezTo>
                      <a:pt x="491" y="14442"/>
                      <a:pt x="491" y="14442"/>
                      <a:pt x="491" y="14433"/>
                    </a:cubicBezTo>
                    <a:cubicBezTo>
                      <a:pt x="491" y="14406"/>
                      <a:pt x="473" y="14379"/>
                      <a:pt x="437" y="14370"/>
                    </a:cubicBezTo>
                    <a:cubicBezTo>
                      <a:pt x="434" y="14369"/>
                      <a:pt x="430" y="14369"/>
                      <a:pt x="427" y="14369"/>
                    </a:cubicBezTo>
                    <a:close/>
                    <a:moveTo>
                      <a:pt x="35658" y="14431"/>
                    </a:moveTo>
                    <a:cubicBezTo>
                      <a:pt x="35652" y="14431"/>
                      <a:pt x="35646" y="14431"/>
                      <a:pt x="35640" y="14433"/>
                    </a:cubicBezTo>
                    <a:cubicBezTo>
                      <a:pt x="35613" y="14433"/>
                      <a:pt x="35586" y="14460"/>
                      <a:pt x="35586" y="14495"/>
                    </a:cubicBezTo>
                    <a:cubicBezTo>
                      <a:pt x="35586" y="14495"/>
                      <a:pt x="35586" y="14495"/>
                      <a:pt x="35586" y="14504"/>
                    </a:cubicBezTo>
                    <a:lnTo>
                      <a:pt x="35595" y="14504"/>
                    </a:lnTo>
                    <a:cubicBezTo>
                      <a:pt x="35595" y="14504"/>
                      <a:pt x="35595" y="14504"/>
                      <a:pt x="35595" y="14513"/>
                    </a:cubicBezTo>
                    <a:cubicBezTo>
                      <a:pt x="35649" y="14799"/>
                      <a:pt x="35702" y="15093"/>
                      <a:pt x="35747" y="15387"/>
                    </a:cubicBezTo>
                    <a:cubicBezTo>
                      <a:pt x="35747" y="15414"/>
                      <a:pt x="35774" y="15441"/>
                      <a:pt x="35809" y="15441"/>
                    </a:cubicBezTo>
                    <a:lnTo>
                      <a:pt x="35818" y="15441"/>
                    </a:lnTo>
                    <a:cubicBezTo>
                      <a:pt x="35845" y="15432"/>
                      <a:pt x="35872" y="15405"/>
                      <a:pt x="35872" y="15378"/>
                    </a:cubicBezTo>
                    <a:cubicBezTo>
                      <a:pt x="35872" y="15369"/>
                      <a:pt x="35872" y="15369"/>
                      <a:pt x="35872" y="15369"/>
                    </a:cubicBezTo>
                    <a:cubicBezTo>
                      <a:pt x="35827" y="15075"/>
                      <a:pt x="35774" y="14772"/>
                      <a:pt x="35720" y="14486"/>
                    </a:cubicBezTo>
                    <a:cubicBezTo>
                      <a:pt x="35720" y="14486"/>
                      <a:pt x="35720" y="14477"/>
                      <a:pt x="35720" y="14477"/>
                    </a:cubicBezTo>
                    <a:cubicBezTo>
                      <a:pt x="35713" y="14448"/>
                      <a:pt x="35687" y="14431"/>
                      <a:pt x="35658" y="14431"/>
                    </a:cubicBezTo>
                    <a:close/>
                    <a:moveTo>
                      <a:pt x="156" y="16144"/>
                    </a:moveTo>
                    <a:cubicBezTo>
                      <a:pt x="125" y="16144"/>
                      <a:pt x="98" y="16168"/>
                      <a:pt x="98" y="16199"/>
                    </a:cubicBezTo>
                    <a:cubicBezTo>
                      <a:pt x="63" y="16494"/>
                      <a:pt x="45" y="16797"/>
                      <a:pt x="27" y="17100"/>
                    </a:cubicBezTo>
                    <a:cubicBezTo>
                      <a:pt x="27" y="17136"/>
                      <a:pt x="54" y="17163"/>
                      <a:pt x="90" y="17163"/>
                    </a:cubicBezTo>
                    <a:cubicBezTo>
                      <a:pt x="125" y="17163"/>
                      <a:pt x="152" y="17136"/>
                      <a:pt x="161" y="17100"/>
                    </a:cubicBezTo>
                    <a:cubicBezTo>
                      <a:pt x="170" y="16806"/>
                      <a:pt x="197" y="16502"/>
                      <a:pt x="223" y="16208"/>
                    </a:cubicBezTo>
                    <a:cubicBezTo>
                      <a:pt x="223" y="16172"/>
                      <a:pt x="197" y="16146"/>
                      <a:pt x="170" y="16146"/>
                    </a:cubicBezTo>
                    <a:cubicBezTo>
                      <a:pt x="165" y="16144"/>
                      <a:pt x="160" y="16144"/>
                      <a:pt x="156" y="16144"/>
                    </a:cubicBezTo>
                    <a:close/>
                    <a:moveTo>
                      <a:pt x="35908" y="16199"/>
                    </a:moveTo>
                    <a:cubicBezTo>
                      <a:pt x="35881" y="16199"/>
                      <a:pt x="35854" y="16235"/>
                      <a:pt x="35854" y="16262"/>
                    </a:cubicBezTo>
                    <a:lnTo>
                      <a:pt x="35854" y="16271"/>
                    </a:lnTo>
                    <a:cubicBezTo>
                      <a:pt x="35881" y="16565"/>
                      <a:pt x="35908" y="16859"/>
                      <a:pt x="35916" y="17163"/>
                    </a:cubicBezTo>
                    <a:cubicBezTo>
                      <a:pt x="35916" y="17198"/>
                      <a:pt x="35943" y="17225"/>
                      <a:pt x="35979" y="17225"/>
                    </a:cubicBezTo>
                    <a:lnTo>
                      <a:pt x="35988" y="17225"/>
                    </a:lnTo>
                    <a:cubicBezTo>
                      <a:pt x="36024" y="17216"/>
                      <a:pt x="36050" y="17189"/>
                      <a:pt x="36050" y="17154"/>
                    </a:cubicBezTo>
                    <a:cubicBezTo>
                      <a:pt x="36032" y="16850"/>
                      <a:pt x="36006" y="16556"/>
                      <a:pt x="35979" y="16262"/>
                    </a:cubicBezTo>
                    <a:cubicBezTo>
                      <a:pt x="35979" y="16226"/>
                      <a:pt x="35943" y="16199"/>
                      <a:pt x="35908" y="16199"/>
                    </a:cubicBezTo>
                    <a:close/>
                    <a:moveTo>
                      <a:pt x="72" y="17930"/>
                    </a:moveTo>
                    <a:cubicBezTo>
                      <a:pt x="36" y="17930"/>
                      <a:pt x="0" y="17957"/>
                      <a:pt x="0" y="17992"/>
                    </a:cubicBezTo>
                    <a:lnTo>
                      <a:pt x="0" y="18037"/>
                    </a:lnTo>
                    <a:cubicBezTo>
                      <a:pt x="0" y="18331"/>
                      <a:pt x="9" y="18635"/>
                      <a:pt x="27" y="18929"/>
                    </a:cubicBezTo>
                    <a:cubicBezTo>
                      <a:pt x="27" y="18965"/>
                      <a:pt x="54" y="18991"/>
                      <a:pt x="90" y="18991"/>
                    </a:cubicBezTo>
                    <a:cubicBezTo>
                      <a:pt x="125" y="18991"/>
                      <a:pt x="152" y="18965"/>
                      <a:pt x="152" y="18929"/>
                    </a:cubicBezTo>
                    <a:cubicBezTo>
                      <a:pt x="143" y="18626"/>
                      <a:pt x="134" y="18331"/>
                      <a:pt x="134" y="18037"/>
                    </a:cubicBezTo>
                    <a:lnTo>
                      <a:pt x="134" y="18010"/>
                    </a:lnTo>
                    <a:lnTo>
                      <a:pt x="134" y="17992"/>
                    </a:lnTo>
                    <a:cubicBezTo>
                      <a:pt x="134" y="17974"/>
                      <a:pt x="125" y="17957"/>
                      <a:pt x="116" y="17948"/>
                    </a:cubicBezTo>
                    <a:cubicBezTo>
                      <a:pt x="98" y="17939"/>
                      <a:pt x="90" y="17930"/>
                      <a:pt x="72" y="17930"/>
                    </a:cubicBezTo>
                    <a:close/>
                    <a:moveTo>
                      <a:pt x="36006" y="17992"/>
                    </a:moveTo>
                    <a:cubicBezTo>
                      <a:pt x="35970" y="17992"/>
                      <a:pt x="35934" y="18019"/>
                      <a:pt x="35934" y="18055"/>
                    </a:cubicBezTo>
                    <a:cubicBezTo>
                      <a:pt x="35934" y="18349"/>
                      <a:pt x="35934" y="18643"/>
                      <a:pt x="35916" y="18947"/>
                    </a:cubicBezTo>
                    <a:cubicBezTo>
                      <a:pt x="35916" y="18982"/>
                      <a:pt x="35943" y="19009"/>
                      <a:pt x="35979" y="19009"/>
                    </a:cubicBezTo>
                    <a:cubicBezTo>
                      <a:pt x="36015" y="19009"/>
                      <a:pt x="36041" y="18982"/>
                      <a:pt x="36041" y="18947"/>
                    </a:cubicBezTo>
                    <a:cubicBezTo>
                      <a:pt x="36059" y="18652"/>
                      <a:pt x="36068" y="18349"/>
                      <a:pt x="36068" y="18055"/>
                    </a:cubicBezTo>
                    <a:cubicBezTo>
                      <a:pt x="36068" y="18037"/>
                      <a:pt x="36059" y="18019"/>
                      <a:pt x="36050" y="18010"/>
                    </a:cubicBezTo>
                    <a:cubicBezTo>
                      <a:pt x="36032" y="17992"/>
                      <a:pt x="36024" y="17992"/>
                      <a:pt x="36006" y="17992"/>
                    </a:cubicBezTo>
                    <a:close/>
                    <a:moveTo>
                      <a:pt x="152" y="19759"/>
                    </a:moveTo>
                    <a:cubicBezTo>
                      <a:pt x="116" y="19759"/>
                      <a:pt x="90" y="19785"/>
                      <a:pt x="90" y="19821"/>
                    </a:cubicBezTo>
                    <a:cubicBezTo>
                      <a:pt x="90" y="19821"/>
                      <a:pt x="90" y="19830"/>
                      <a:pt x="90" y="19830"/>
                    </a:cubicBezTo>
                    <a:cubicBezTo>
                      <a:pt x="125" y="20124"/>
                      <a:pt x="161" y="20428"/>
                      <a:pt x="206" y="20722"/>
                    </a:cubicBezTo>
                    <a:cubicBezTo>
                      <a:pt x="206" y="20749"/>
                      <a:pt x="232" y="20776"/>
                      <a:pt x="268" y="20776"/>
                    </a:cubicBezTo>
                    <a:lnTo>
                      <a:pt x="277" y="20776"/>
                    </a:lnTo>
                    <a:cubicBezTo>
                      <a:pt x="304" y="20767"/>
                      <a:pt x="330" y="20740"/>
                      <a:pt x="330" y="20713"/>
                    </a:cubicBezTo>
                    <a:cubicBezTo>
                      <a:pt x="330" y="20704"/>
                      <a:pt x="330" y="20704"/>
                      <a:pt x="330" y="20704"/>
                    </a:cubicBezTo>
                    <a:cubicBezTo>
                      <a:pt x="286" y="20410"/>
                      <a:pt x="250" y="20115"/>
                      <a:pt x="223" y="19812"/>
                    </a:cubicBezTo>
                    <a:cubicBezTo>
                      <a:pt x="214" y="19776"/>
                      <a:pt x="188" y="19759"/>
                      <a:pt x="152" y="19759"/>
                    </a:cubicBezTo>
                    <a:close/>
                    <a:moveTo>
                      <a:pt x="35916" y="19776"/>
                    </a:moveTo>
                    <a:cubicBezTo>
                      <a:pt x="35881" y="19776"/>
                      <a:pt x="35854" y="19803"/>
                      <a:pt x="35845" y="19839"/>
                    </a:cubicBezTo>
                    <a:cubicBezTo>
                      <a:pt x="35818" y="20124"/>
                      <a:pt x="35783" y="20428"/>
                      <a:pt x="35738" y="20722"/>
                    </a:cubicBezTo>
                    <a:cubicBezTo>
                      <a:pt x="35738" y="20722"/>
                      <a:pt x="35738" y="20722"/>
                      <a:pt x="35738" y="20731"/>
                    </a:cubicBezTo>
                    <a:cubicBezTo>
                      <a:pt x="35738" y="20758"/>
                      <a:pt x="35765" y="20785"/>
                      <a:pt x="35792" y="20793"/>
                    </a:cubicBezTo>
                    <a:lnTo>
                      <a:pt x="35800" y="20793"/>
                    </a:lnTo>
                    <a:cubicBezTo>
                      <a:pt x="35836" y="20793"/>
                      <a:pt x="35863" y="20767"/>
                      <a:pt x="35863" y="20740"/>
                    </a:cubicBezTo>
                    <a:cubicBezTo>
                      <a:pt x="35908" y="20446"/>
                      <a:pt x="35952" y="20142"/>
                      <a:pt x="35979" y="19848"/>
                    </a:cubicBezTo>
                    <a:cubicBezTo>
                      <a:pt x="35979" y="19848"/>
                      <a:pt x="35979" y="19839"/>
                      <a:pt x="35979" y="19839"/>
                    </a:cubicBezTo>
                    <a:cubicBezTo>
                      <a:pt x="35979" y="19803"/>
                      <a:pt x="35952" y="19776"/>
                      <a:pt x="35916" y="19776"/>
                    </a:cubicBezTo>
                    <a:close/>
                    <a:moveTo>
                      <a:pt x="428" y="21532"/>
                    </a:moveTo>
                    <a:cubicBezTo>
                      <a:pt x="423" y="21532"/>
                      <a:pt x="417" y="21532"/>
                      <a:pt x="411" y="21534"/>
                    </a:cubicBezTo>
                    <a:cubicBezTo>
                      <a:pt x="375" y="21534"/>
                      <a:pt x="357" y="21561"/>
                      <a:pt x="357" y="21596"/>
                    </a:cubicBezTo>
                    <a:cubicBezTo>
                      <a:pt x="357" y="21596"/>
                      <a:pt x="357" y="21605"/>
                      <a:pt x="357" y="21605"/>
                    </a:cubicBezTo>
                    <a:cubicBezTo>
                      <a:pt x="420" y="21900"/>
                      <a:pt x="482" y="22194"/>
                      <a:pt x="553" y="22480"/>
                    </a:cubicBezTo>
                    <a:cubicBezTo>
                      <a:pt x="562" y="22506"/>
                      <a:pt x="589" y="22533"/>
                      <a:pt x="616" y="22533"/>
                    </a:cubicBezTo>
                    <a:cubicBezTo>
                      <a:pt x="625" y="22533"/>
                      <a:pt x="634" y="22533"/>
                      <a:pt x="634" y="22524"/>
                    </a:cubicBezTo>
                    <a:cubicBezTo>
                      <a:pt x="661" y="22524"/>
                      <a:pt x="687" y="22497"/>
                      <a:pt x="687" y="22462"/>
                    </a:cubicBezTo>
                    <a:cubicBezTo>
                      <a:pt x="687" y="22462"/>
                      <a:pt x="678" y="22453"/>
                      <a:pt x="678" y="22453"/>
                    </a:cubicBezTo>
                    <a:cubicBezTo>
                      <a:pt x="607" y="22167"/>
                      <a:pt x="545" y="21873"/>
                      <a:pt x="482" y="21587"/>
                    </a:cubicBezTo>
                    <a:lnTo>
                      <a:pt x="482" y="21579"/>
                    </a:lnTo>
                    <a:cubicBezTo>
                      <a:pt x="475" y="21549"/>
                      <a:pt x="455" y="21532"/>
                      <a:pt x="428" y="21532"/>
                    </a:cubicBezTo>
                    <a:close/>
                    <a:moveTo>
                      <a:pt x="35640" y="21549"/>
                    </a:moveTo>
                    <a:cubicBezTo>
                      <a:pt x="35611" y="21549"/>
                      <a:pt x="35586" y="21567"/>
                      <a:pt x="35586" y="21596"/>
                    </a:cubicBezTo>
                    <a:cubicBezTo>
                      <a:pt x="35524" y="21891"/>
                      <a:pt x="35461" y="22176"/>
                      <a:pt x="35381" y="22471"/>
                    </a:cubicBezTo>
                    <a:cubicBezTo>
                      <a:pt x="35381" y="22471"/>
                      <a:pt x="35381" y="22480"/>
                      <a:pt x="35381" y="22488"/>
                    </a:cubicBezTo>
                    <a:cubicBezTo>
                      <a:pt x="35381" y="22515"/>
                      <a:pt x="35399" y="22542"/>
                      <a:pt x="35435" y="22551"/>
                    </a:cubicBezTo>
                    <a:lnTo>
                      <a:pt x="35444" y="22551"/>
                    </a:lnTo>
                    <a:cubicBezTo>
                      <a:pt x="35479" y="22551"/>
                      <a:pt x="35506" y="22533"/>
                      <a:pt x="35506" y="22497"/>
                    </a:cubicBezTo>
                    <a:cubicBezTo>
                      <a:pt x="35586" y="22212"/>
                      <a:pt x="35649" y="21918"/>
                      <a:pt x="35711" y="21623"/>
                    </a:cubicBezTo>
                    <a:cubicBezTo>
                      <a:pt x="35711" y="21623"/>
                      <a:pt x="35711" y="21614"/>
                      <a:pt x="35711" y="21614"/>
                    </a:cubicBezTo>
                    <a:cubicBezTo>
                      <a:pt x="35711" y="21579"/>
                      <a:pt x="35693" y="21552"/>
                      <a:pt x="35658" y="21552"/>
                    </a:cubicBezTo>
                    <a:cubicBezTo>
                      <a:pt x="35652" y="21550"/>
                      <a:pt x="35646" y="21549"/>
                      <a:pt x="35640" y="21549"/>
                    </a:cubicBezTo>
                    <a:close/>
                    <a:moveTo>
                      <a:pt x="857" y="23262"/>
                    </a:moveTo>
                    <a:cubicBezTo>
                      <a:pt x="851" y="23262"/>
                      <a:pt x="845" y="23263"/>
                      <a:pt x="839" y="23265"/>
                    </a:cubicBezTo>
                    <a:cubicBezTo>
                      <a:pt x="812" y="23273"/>
                      <a:pt x="794" y="23300"/>
                      <a:pt x="794" y="23327"/>
                    </a:cubicBezTo>
                    <a:cubicBezTo>
                      <a:pt x="794" y="23336"/>
                      <a:pt x="794" y="23345"/>
                      <a:pt x="803" y="23345"/>
                    </a:cubicBezTo>
                    <a:cubicBezTo>
                      <a:pt x="884" y="23630"/>
                      <a:pt x="982" y="23916"/>
                      <a:pt x="1089" y="24201"/>
                    </a:cubicBezTo>
                    <a:cubicBezTo>
                      <a:pt x="1098" y="24228"/>
                      <a:pt x="1124" y="24246"/>
                      <a:pt x="1151" y="24246"/>
                    </a:cubicBezTo>
                    <a:cubicBezTo>
                      <a:pt x="1151" y="24246"/>
                      <a:pt x="1160" y="24246"/>
                      <a:pt x="1169" y="24237"/>
                    </a:cubicBezTo>
                    <a:cubicBezTo>
                      <a:pt x="1196" y="24228"/>
                      <a:pt x="1214" y="24210"/>
                      <a:pt x="1214" y="24183"/>
                    </a:cubicBezTo>
                    <a:cubicBezTo>
                      <a:pt x="1214" y="24175"/>
                      <a:pt x="1214" y="24166"/>
                      <a:pt x="1205" y="24157"/>
                    </a:cubicBezTo>
                    <a:cubicBezTo>
                      <a:pt x="1107" y="23880"/>
                      <a:pt x="1008" y="23595"/>
                      <a:pt x="928" y="23309"/>
                    </a:cubicBezTo>
                    <a:lnTo>
                      <a:pt x="919" y="23309"/>
                    </a:lnTo>
                    <a:cubicBezTo>
                      <a:pt x="912" y="23280"/>
                      <a:pt x="886" y="23262"/>
                      <a:pt x="857" y="23262"/>
                    </a:cubicBezTo>
                    <a:close/>
                    <a:moveTo>
                      <a:pt x="35206" y="23280"/>
                    </a:moveTo>
                    <a:cubicBezTo>
                      <a:pt x="35180" y="23280"/>
                      <a:pt x="35148" y="23297"/>
                      <a:pt x="35140" y="23327"/>
                    </a:cubicBezTo>
                    <a:cubicBezTo>
                      <a:pt x="35060" y="23612"/>
                      <a:pt x="34962" y="23889"/>
                      <a:pt x="34855" y="24175"/>
                    </a:cubicBezTo>
                    <a:cubicBezTo>
                      <a:pt x="34855" y="24183"/>
                      <a:pt x="34855" y="24192"/>
                      <a:pt x="34855" y="24192"/>
                    </a:cubicBezTo>
                    <a:cubicBezTo>
                      <a:pt x="34855" y="24219"/>
                      <a:pt x="34873" y="24246"/>
                      <a:pt x="34899" y="24255"/>
                    </a:cubicBezTo>
                    <a:cubicBezTo>
                      <a:pt x="34899" y="24255"/>
                      <a:pt x="34908" y="24264"/>
                      <a:pt x="34917" y="24264"/>
                    </a:cubicBezTo>
                    <a:cubicBezTo>
                      <a:pt x="34944" y="24264"/>
                      <a:pt x="34971" y="24246"/>
                      <a:pt x="34980" y="24219"/>
                    </a:cubicBezTo>
                    <a:cubicBezTo>
                      <a:pt x="34980" y="24219"/>
                      <a:pt x="34980" y="24219"/>
                      <a:pt x="34980" y="24210"/>
                    </a:cubicBezTo>
                    <a:cubicBezTo>
                      <a:pt x="35078" y="23934"/>
                      <a:pt x="35176" y="23648"/>
                      <a:pt x="35265" y="23363"/>
                    </a:cubicBezTo>
                    <a:cubicBezTo>
                      <a:pt x="35265" y="23363"/>
                      <a:pt x="35265" y="23354"/>
                      <a:pt x="35265" y="23345"/>
                    </a:cubicBezTo>
                    <a:cubicBezTo>
                      <a:pt x="35265" y="23318"/>
                      <a:pt x="35247" y="23291"/>
                      <a:pt x="35221" y="23282"/>
                    </a:cubicBezTo>
                    <a:cubicBezTo>
                      <a:pt x="35216" y="23281"/>
                      <a:pt x="35211" y="23280"/>
                      <a:pt x="35206" y="23280"/>
                    </a:cubicBezTo>
                    <a:close/>
                    <a:moveTo>
                      <a:pt x="1478" y="24952"/>
                    </a:moveTo>
                    <a:cubicBezTo>
                      <a:pt x="1470" y="24952"/>
                      <a:pt x="1462" y="24955"/>
                      <a:pt x="1454" y="24960"/>
                    </a:cubicBezTo>
                    <a:cubicBezTo>
                      <a:pt x="1428" y="24968"/>
                      <a:pt x="1410" y="24986"/>
                      <a:pt x="1410" y="25013"/>
                    </a:cubicBezTo>
                    <a:cubicBezTo>
                      <a:pt x="1410" y="25022"/>
                      <a:pt x="1410" y="25031"/>
                      <a:pt x="1419" y="25040"/>
                    </a:cubicBezTo>
                    <a:cubicBezTo>
                      <a:pt x="1535" y="25316"/>
                      <a:pt x="1660" y="25593"/>
                      <a:pt x="1785" y="25861"/>
                    </a:cubicBezTo>
                    <a:cubicBezTo>
                      <a:pt x="1793" y="25878"/>
                      <a:pt x="1820" y="25896"/>
                      <a:pt x="1847" y="25896"/>
                    </a:cubicBezTo>
                    <a:cubicBezTo>
                      <a:pt x="1856" y="25896"/>
                      <a:pt x="1865" y="25896"/>
                      <a:pt x="1874" y="25887"/>
                    </a:cubicBezTo>
                    <a:cubicBezTo>
                      <a:pt x="1892" y="25878"/>
                      <a:pt x="1909" y="25861"/>
                      <a:pt x="1909" y="25834"/>
                    </a:cubicBezTo>
                    <a:cubicBezTo>
                      <a:pt x="1909" y="25825"/>
                      <a:pt x="1909" y="25816"/>
                      <a:pt x="1901" y="25807"/>
                    </a:cubicBezTo>
                    <a:cubicBezTo>
                      <a:pt x="1776" y="25531"/>
                      <a:pt x="1651" y="25263"/>
                      <a:pt x="1535" y="24986"/>
                    </a:cubicBezTo>
                    <a:cubicBezTo>
                      <a:pt x="1522" y="24967"/>
                      <a:pt x="1500" y="24952"/>
                      <a:pt x="1478" y="24952"/>
                    </a:cubicBezTo>
                    <a:close/>
                    <a:moveTo>
                      <a:pt x="34590" y="24961"/>
                    </a:moveTo>
                    <a:cubicBezTo>
                      <a:pt x="34566" y="24961"/>
                      <a:pt x="34540" y="24978"/>
                      <a:pt x="34534" y="25004"/>
                    </a:cubicBezTo>
                    <a:cubicBezTo>
                      <a:pt x="34418" y="25272"/>
                      <a:pt x="34293" y="25548"/>
                      <a:pt x="34168" y="25816"/>
                    </a:cubicBezTo>
                    <a:cubicBezTo>
                      <a:pt x="34159" y="25825"/>
                      <a:pt x="34159" y="25834"/>
                      <a:pt x="34159" y="25843"/>
                    </a:cubicBezTo>
                    <a:cubicBezTo>
                      <a:pt x="34159" y="25870"/>
                      <a:pt x="34168" y="25887"/>
                      <a:pt x="34195" y="25896"/>
                    </a:cubicBezTo>
                    <a:cubicBezTo>
                      <a:pt x="34204" y="25905"/>
                      <a:pt x="34213" y="25905"/>
                      <a:pt x="34221" y="25905"/>
                    </a:cubicBezTo>
                    <a:cubicBezTo>
                      <a:pt x="34248" y="25905"/>
                      <a:pt x="34266" y="25887"/>
                      <a:pt x="34284" y="25870"/>
                    </a:cubicBezTo>
                    <a:cubicBezTo>
                      <a:pt x="34409" y="25602"/>
                      <a:pt x="34534" y="25325"/>
                      <a:pt x="34650" y="25049"/>
                    </a:cubicBezTo>
                    <a:cubicBezTo>
                      <a:pt x="34650" y="25040"/>
                      <a:pt x="34659" y="25040"/>
                      <a:pt x="34659" y="25031"/>
                    </a:cubicBezTo>
                    <a:cubicBezTo>
                      <a:pt x="34659" y="25004"/>
                      <a:pt x="34641" y="24977"/>
                      <a:pt x="34614" y="24968"/>
                    </a:cubicBezTo>
                    <a:cubicBezTo>
                      <a:pt x="34607" y="24964"/>
                      <a:pt x="34598" y="24961"/>
                      <a:pt x="34590" y="24961"/>
                    </a:cubicBezTo>
                    <a:close/>
                    <a:moveTo>
                      <a:pt x="2257" y="26565"/>
                    </a:moveTo>
                    <a:cubicBezTo>
                      <a:pt x="2245" y="26565"/>
                      <a:pt x="2234" y="26568"/>
                      <a:pt x="2222" y="26574"/>
                    </a:cubicBezTo>
                    <a:cubicBezTo>
                      <a:pt x="2204" y="26583"/>
                      <a:pt x="2195" y="26610"/>
                      <a:pt x="2195" y="26628"/>
                    </a:cubicBezTo>
                    <a:cubicBezTo>
                      <a:pt x="2195" y="26637"/>
                      <a:pt x="2195" y="26655"/>
                      <a:pt x="2195" y="26663"/>
                    </a:cubicBezTo>
                    <a:cubicBezTo>
                      <a:pt x="2338" y="26922"/>
                      <a:pt x="2489" y="27190"/>
                      <a:pt x="2650" y="27440"/>
                    </a:cubicBezTo>
                    <a:cubicBezTo>
                      <a:pt x="2659" y="27457"/>
                      <a:pt x="2686" y="27466"/>
                      <a:pt x="2703" y="27466"/>
                    </a:cubicBezTo>
                    <a:cubicBezTo>
                      <a:pt x="2712" y="27466"/>
                      <a:pt x="2730" y="27466"/>
                      <a:pt x="2739" y="27457"/>
                    </a:cubicBezTo>
                    <a:cubicBezTo>
                      <a:pt x="2757" y="27449"/>
                      <a:pt x="2766" y="27431"/>
                      <a:pt x="2766" y="27404"/>
                    </a:cubicBezTo>
                    <a:cubicBezTo>
                      <a:pt x="2766" y="27395"/>
                      <a:pt x="2766" y="27386"/>
                      <a:pt x="2757" y="27368"/>
                    </a:cubicBezTo>
                    <a:cubicBezTo>
                      <a:pt x="2605" y="27118"/>
                      <a:pt x="2454" y="26860"/>
                      <a:pt x="2311" y="26601"/>
                    </a:cubicBezTo>
                    <a:cubicBezTo>
                      <a:pt x="2299" y="26577"/>
                      <a:pt x="2279" y="26565"/>
                      <a:pt x="2257" y="26565"/>
                    </a:cubicBezTo>
                    <a:close/>
                    <a:moveTo>
                      <a:pt x="33810" y="26574"/>
                    </a:moveTo>
                    <a:cubicBezTo>
                      <a:pt x="33788" y="26574"/>
                      <a:pt x="33769" y="26584"/>
                      <a:pt x="33758" y="26601"/>
                    </a:cubicBezTo>
                    <a:cubicBezTo>
                      <a:pt x="33615" y="26869"/>
                      <a:pt x="33463" y="27127"/>
                      <a:pt x="33312" y="27377"/>
                    </a:cubicBezTo>
                    <a:cubicBezTo>
                      <a:pt x="33303" y="27386"/>
                      <a:pt x="33303" y="27395"/>
                      <a:pt x="33303" y="27413"/>
                    </a:cubicBezTo>
                    <a:cubicBezTo>
                      <a:pt x="33303" y="27431"/>
                      <a:pt x="33312" y="27449"/>
                      <a:pt x="33329" y="27466"/>
                    </a:cubicBezTo>
                    <a:cubicBezTo>
                      <a:pt x="33338" y="27475"/>
                      <a:pt x="33356" y="27475"/>
                      <a:pt x="33365" y="27475"/>
                    </a:cubicBezTo>
                    <a:cubicBezTo>
                      <a:pt x="33392" y="27475"/>
                      <a:pt x="33410" y="27466"/>
                      <a:pt x="33419" y="27440"/>
                    </a:cubicBezTo>
                    <a:cubicBezTo>
                      <a:pt x="33579" y="27190"/>
                      <a:pt x="33731" y="26931"/>
                      <a:pt x="33865" y="26672"/>
                    </a:cubicBezTo>
                    <a:lnTo>
                      <a:pt x="33874" y="26663"/>
                    </a:lnTo>
                    <a:cubicBezTo>
                      <a:pt x="33874" y="26655"/>
                      <a:pt x="33874" y="26646"/>
                      <a:pt x="33874" y="26637"/>
                    </a:cubicBezTo>
                    <a:cubicBezTo>
                      <a:pt x="33874" y="26610"/>
                      <a:pt x="33865" y="26592"/>
                      <a:pt x="33847" y="26583"/>
                    </a:cubicBezTo>
                    <a:cubicBezTo>
                      <a:pt x="33834" y="26577"/>
                      <a:pt x="33822" y="26574"/>
                      <a:pt x="33810" y="26574"/>
                    </a:cubicBezTo>
                    <a:close/>
                    <a:moveTo>
                      <a:pt x="3193" y="28093"/>
                    </a:moveTo>
                    <a:cubicBezTo>
                      <a:pt x="3181" y="28093"/>
                      <a:pt x="3169" y="28098"/>
                      <a:pt x="3158" y="28109"/>
                    </a:cubicBezTo>
                    <a:cubicBezTo>
                      <a:pt x="3141" y="28118"/>
                      <a:pt x="3123" y="28135"/>
                      <a:pt x="3123" y="28162"/>
                    </a:cubicBezTo>
                    <a:cubicBezTo>
                      <a:pt x="3123" y="28171"/>
                      <a:pt x="3132" y="28180"/>
                      <a:pt x="3132" y="28189"/>
                    </a:cubicBezTo>
                    <a:lnTo>
                      <a:pt x="3141" y="28198"/>
                    </a:lnTo>
                    <a:cubicBezTo>
                      <a:pt x="3310" y="28439"/>
                      <a:pt x="3488" y="28689"/>
                      <a:pt x="3667" y="28920"/>
                    </a:cubicBezTo>
                    <a:cubicBezTo>
                      <a:pt x="3676" y="28938"/>
                      <a:pt x="3694" y="28947"/>
                      <a:pt x="3711" y="28947"/>
                    </a:cubicBezTo>
                    <a:cubicBezTo>
                      <a:pt x="3729" y="28947"/>
                      <a:pt x="3738" y="28947"/>
                      <a:pt x="3756" y="28938"/>
                    </a:cubicBezTo>
                    <a:cubicBezTo>
                      <a:pt x="3774" y="28920"/>
                      <a:pt x="3783" y="28903"/>
                      <a:pt x="3783" y="28885"/>
                    </a:cubicBezTo>
                    <a:cubicBezTo>
                      <a:pt x="3783" y="28867"/>
                      <a:pt x="3774" y="28858"/>
                      <a:pt x="3765" y="28849"/>
                    </a:cubicBezTo>
                    <a:cubicBezTo>
                      <a:pt x="3587" y="28608"/>
                      <a:pt x="3408" y="28367"/>
                      <a:pt x="3248" y="28127"/>
                    </a:cubicBezTo>
                    <a:cubicBezTo>
                      <a:pt x="3231" y="28105"/>
                      <a:pt x="3212" y="28093"/>
                      <a:pt x="3193" y="28093"/>
                    </a:cubicBezTo>
                    <a:close/>
                    <a:moveTo>
                      <a:pt x="32881" y="28099"/>
                    </a:moveTo>
                    <a:cubicBezTo>
                      <a:pt x="32859" y="28099"/>
                      <a:pt x="32838" y="28109"/>
                      <a:pt x="32821" y="28127"/>
                    </a:cubicBezTo>
                    <a:cubicBezTo>
                      <a:pt x="32660" y="28367"/>
                      <a:pt x="32482" y="28617"/>
                      <a:pt x="32303" y="28849"/>
                    </a:cubicBezTo>
                    <a:cubicBezTo>
                      <a:pt x="32295" y="28858"/>
                      <a:pt x="32295" y="28876"/>
                      <a:pt x="32295" y="28885"/>
                    </a:cubicBezTo>
                    <a:cubicBezTo>
                      <a:pt x="32295" y="28912"/>
                      <a:pt x="32303" y="28929"/>
                      <a:pt x="32312" y="28938"/>
                    </a:cubicBezTo>
                    <a:cubicBezTo>
                      <a:pt x="32330" y="28947"/>
                      <a:pt x="32339" y="28947"/>
                      <a:pt x="32357" y="28947"/>
                    </a:cubicBezTo>
                    <a:cubicBezTo>
                      <a:pt x="32375" y="28947"/>
                      <a:pt x="32393" y="28938"/>
                      <a:pt x="32402" y="28929"/>
                    </a:cubicBezTo>
                    <a:lnTo>
                      <a:pt x="32411" y="28929"/>
                    </a:lnTo>
                    <a:cubicBezTo>
                      <a:pt x="32411" y="28929"/>
                      <a:pt x="32411" y="28920"/>
                      <a:pt x="32411" y="28920"/>
                    </a:cubicBezTo>
                    <a:cubicBezTo>
                      <a:pt x="32589" y="28689"/>
                      <a:pt x="32767" y="28439"/>
                      <a:pt x="32928" y="28198"/>
                    </a:cubicBezTo>
                    <a:cubicBezTo>
                      <a:pt x="32937" y="28189"/>
                      <a:pt x="32946" y="28171"/>
                      <a:pt x="32946" y="28162"/>
                    </a:cubicBezTo>
                    <a:cubicBezTo>
                      <a:pt x="32946" y="28144"/>
                      <a:pt x="32928" y="28118"/>
                      <a:pt x="32919" y="28109"/>
                    </a:cubicBezTo>
                    <a:cubicBezTo>
                      <a:pt x="32906" y="28102"/>
                      <a:pt x="32894" y="28099"/>
                      <a:pt x="32881" y="28099"/>
                    </a:cubicBezTo>
                    <a:close/>
                    <a:moveTo>
                      <a:pt x="4273" y="29524"/>
                    </a:moveTo>
                    <a:cubicBezTo>
                      <a:pt x="4257" y="29524"/>
                      <a:pt x="4241" y="29528"/>
                      <a:pt x="4229" y="29536"/>
                    </a:cubicBezTo>
                    <a:cubicBezTo>
                      <a:pt x="4220" y="29545"/>
                      <a:pt x="4211" y="29563"/>
                      <a:pt x="4211" y="29590"/>
                    </a:cubicBezTo>
                    <a:cubicBezTo>
                      <a:pt x="4211" y="29598"/>
                      <a:pt x="4220" y="29616"/>
                      <a:pt x="4229" y="29625"/>
                    </a:cubicBezTo>
                    <a:cubicBezTo>
                      <a:pt x="4416" y="29857"/>
                      <a:pt x="4613" y="30080"/>
                      <a:pt x="4818" y="30303"/>
                    </a:cubicBezTo>
                    <a:cubicBezTo>
                      <a:pt x="4836" y="30312"/>
                      <a:pt x="4853" y="30321"/>
                      <a:pt x="4871" y="30321"/>
                    </a:cubicBezTo>
                    <a:cubicBezTo>
                      <a:pt x="4880" y="30321"/>
                      <a:pt x="4898" y="30312"/>
                      <a:pt x="4907" y="30303"/>
                    </a:cubicBezTo>
                    <a:cubicBezTo>
                      <a:pt x="4925" y="30294"/>
                      <a:pt x="4934" y="30276"/>
                      <a:pt x="4934" y="30259"/>
                    </a:cubicBezTo>
                    <a:cubicBezTo>
                      <a:pt x="4934" y="30241"/>
                      <a:pt x="4925" y="30223"/>
                      <a:pt x="4916" y="30214"/>
                    </a:cubicBezTo>
                    <a:cubicBezTo>
                      <a:pt x="4711" y="30000"/>
                      <a:pt x="4514" y="29768"/>
                      <a:pt x="4327" y="29545"/>
                    </a:cubicBezTo>
                    <a:cubicBezTo>
                      <a:pt x="4312" y="29530"/>
                      <a:pt x="4292" y="29524"/>
                      <a:pt x="4273" y="29524"/>
                    </a:cubicBezTo>
                    <a:close/>
                    <a:moveTo>
                      <a:pt x="31797" y="29524"/>
                    </a:moveTo>
                    <a:cubicBezTo>
                      <a:pt x="31778" y="29524"/>
                      <a:pt x="31760" y="29530"/>
                      <a:pt x="31750" y="29545"/>
                    </a:cubicBezTo>
                    <a:cubicBezTo>
                      <a:pt x="31554" y="29777"/>
                      <a:pt x="31358" y="30000"/>
                      <a:pt x="31153" y="30214"/>
                    </a:cubicBezTo>
                    <a:cubicBezTo>
                      <a:pt x="31144" y="30223"/>
                      <a:pt x="31135" y="30241"/>
                      <a:pt x="31135" y="30259"/>
                    </a:cubicBezTo>
                    <a:cubicBezTo>
                      <a:pt x="31135" y="30276"/>
                      <a:pt x="31144" y="30294"/>
                      <a:pt x="31162" y="30303"/>
                    </a:cubicBezTo>
                    <a:cubicBezTo>
                      <a:pt x="31170" y="30312"/>
                      <a:pt x="31188" y="30321"/>
                      <a:pt x="31206" y="30321"/>
                    </a:cubicBezTo>
                    <a:cubicBezTo>
                      <a:pt x="31224" y="30321"/>
                      <a:pt x="31242" y="30312"/>
                      <a:pt x="31251" y="30303"/>
                    </a:cubicBezTo>
                    <a:cubicBezTo>
                      <a:pt x="31456" y="30080"/>
                      <a:pt x="31652" y="29857"/>
                      <a:pt x="31848" y="29625"/>
                    </a:cubicBezTo>
                    <a:cubicBezTo>
                      <a:pt x="31857" y="29616"/>
                      <a:pt x="31857" y="29598"/>
                      <a:pt x="31857" y="29590"/>
                    </a:cubicBezTo>
                    <a:cubicBezTo>
                      <a:pt x="31857" y="29572"/>
                      <a:pt x="31848" y="29554"/>
                      <a:pt x="31840" y="29536"/>
                    </a:cubicBezTo>
                    <a:cubicBezTo>
                      <a:pt x="31828" y="29528"/>
                      <a:pt x="31812" y="29524"/>
                      <a:pt x="31797" y="29524"/>
                    </a:cubicBezTo>
                    <a:close/>
                    <a:moveTo>
                      <a:pt x="5492" y="30836"/>
                    </a:moveTo>
                    <a:cubicBezTo>
                      <a:pt x="5476" y="30836"/>
                      <a:pt x="5460" y="30843"/>
                      <a:pt x="5451" y="30856"/>
                    </a:cubicBezTo>
                    <a:cubicBezTo>
                      <a:pt x="5433" y="30865"/>
                      <a:pt x="5433" y="30883"/>
                      <a:pt x="5433" y="30901"/>
                    </a:cubicBezTo>
                    <a:cubicBezTo>
                      <a:pt x="5433" y="30919"/>
                      <a:pt x="5433" y="30928"/>
                      <a:pt x="5451" y="30946"/>
                    </a:cubicBezTo>
                    <a:cubicBezTo>
                      <a:pt x="5665" y="31151"/>
                      <a:pt x="5879" y="31356"/>
                      <a:pt x="6111" y="31552"/>
                    </a:cubicBezTo>
                    <a:cubicBezTo>
                      <a:pt x="6120" y="31570"/>
                      <a:pt x="6138" y="31570"/>
                      <a:pt x="6147" y="31570"/>
                    </a:cubicBezTo>
                    <a:cubicBezTo>
                      <a:pt x="6165" y="31570"/>
                      <a:pt x="6183" y="31561"/>
                      <a:pt x="6200" y="31552"/>
                    </a:cubicBezTo>
                    <a:cubicBezTo>
                      <a:pt x="6209" y="31534"/>
                      <a:pt x="6209" y="31525"/>
                      <a:pt x="6218" y="31508"/>
                    </a:cubicBezTo>
                    <a:cubicBezTo>
                      <a:pt x="6218" y="31490"/>
                      <a:pt x="6209" y="31472"/>
                      <a:pt x="6192" y="31463"/>
                    </a:cubicBezTo>
                    <a:cubicBezTo>
                      <a:pt x="5969" y="31267"/>
                      <a:pt x="5754" y="31062"/>
                      <a:pt x="5540" y="30856"/>
                    </a:cubicBezTo>
                    <a:cubicBezTo>
                      <a:pt x="5527" y="30843"/>
                      <a:pt x="5509" y="30836"/>
                      <a:pt x="5492" y="30836"/>
                    </a:cubicBezTo>
                    <a:close/>
                    <a:moveTo>
                      <a:pt x="30578" y="30836"/>
                    </a:moveTo>
                    <a:cubicBezTo>
                      <a:pt x="30562" y="30836"/>
                      <a:pt x="30546" y="30843"/>
                      <a:pt x="30537" y="30856"/>
                    </a:cubicBezTo>
                    <a:cubicBezTo>
                      <a:pt x="30323" y="31062"/>
                      <a:pt x="30100" y="31258"/>
                      <a:pt x="29877" y="31463"/>
                    </a:cubicBezTo>
                    <a:cubicBezTo>
                      <a:pt x="29868" y="31472"/>
                      <a:pt x="29859" y="31490"/>
                      <a:pt x="29859" y="31508"/>
                    </a:cubicBezTo>
                    <a:cubicBezTo>
                      <a:pt x="29859" y="31525"/>
                      <a:pt x="29859" y="31534"/>
                      <a:pt x="29877" y="31552"/>
                    </a:cubicBezTo>
                    <a:cubicBezTo>
                      <a:pt x="29886" y="31561"/>
                      <a:pt x="29904" y="31570"/>
                      <a:pt x="29922" y="31570"/>
                    </a:cubicBezTo>
                    <a:cubicBezTo>
                      <a:pt x="29930" y="31570"/>
                      <a:pt x="29948" y="31570"/>
                      <a:pt x="29957" y="31561"/>
                    </a:cubicBezTo>
                    <a:lnTo>
                      <a:pt x="29966" y="31552"/>
                    </a:lnTo>
                    <a:cubicBezTo>
                      <a:pt x="30189" y="31356"/>
                      <a:pt x="30412" y="31151"/>
                      <a:pt x="30626" y="30946"/>
                    </a:cubicBezTo>
                    <a:cubicBezTo>
                      <a:pt x="30635" y="30928"/>
                      <a:pt x="30644" y="30919"/>
                      <a:pt x="30644" y="30901"/>
                    </a:cubicBezTo>
                    <a:cubicBezTo>
                      <a:pt x="30644" y="30883"/>
                      <a:pt x="30635" y="30865"/>
                      <a:pt x="30626" y="30856"/>
                    </a:cubicBezTo>
                    <a:cubicBezTo>
                      <a:pt x="30613" y="30843"/>
                      <a:pt x="30595" y="30836"/>
                      <a:pt x="30578" y="30836"/>
                    </a:cubicBezTo>
                    <a:close/>
                    <a:moveTo>
                      <a:pt x="6839" y="32018"/>
                    </a:moveTo>
                    <a:cubicBezTo>
                      <a:pt x="6819" y="32018"/>
                      <a:pt x="6800" y="32027"/>
                      <a:pt x="6789" y="32043"/>
                    </a:cubicBezTo>
                    <a:cubicBezTo>
                      <a:pt x="6780" y="32052"/>
                      <a:pt x="6771" y="32070"/>
                      <a:pt x="6771" y="32079"/>
                    </a:cubicBezTo>
                    <a:cubicBezTo>
                      <a:pt x="6771" y="32096"/>
                      <a:pt x="6780" y="32114"/>
                      <a:pt x="6789" y="32132"/>
                    </a:cubicBezTo>
                    <a:lnTo>
                      <a:pt x="6798" y="32132"/>
                    </a:lnTo>
                    <a:cubicBezTo>
                      <a:pt x="7030" y="32319"/>
                      <a:pt x="7271" y="32507"/>
                      <a:pt x="7512" y="32676"/>
                    </a:cubicBezTo>
                    <a:cubicBezTo>
                      <a:pt x="7521" y="32685"/>
                      <a:pt x="7539" y="32685"/>
                      <a:pt x="7548" y="32685"/>
                    </a:cubicBezTo>
                    <a:cubicBezTo>
                      <a:pt x="7565" y="32685"/>
                      <a:pt x="7592" y="32676"/>
                      <a:pt x="7601" y="32658"/>
                    </a:cubicBezTo>
                    <a:cubicBezTo>
                      <a:pt x="7610" y="32649"/>
                      <a:pt x="7610" y="32641"/>
                      <a:pt x="7610" y="32623"/>
                    </a:cubicBezTo>
                    <a:cubicBezTo>
                      <a:pt x="7610" y="32605"/>
                      <a:pt x="7601" y="32587"/>
                      <a:pt x="7592" y="32569"/>
                    </a:cubicBezTo>
                    <a:lnTo>
                      <a:pt x="7583" y="32569"/>
                    </a:lnTo>
                    <a:cubicBezTo>
                      <a:pt x="7342" y="32400"/>
                      <a:pt x="7110" y="32221"/>
                      <a:pt x="6878" y="32034"/>
                    </a:cubicBezTo>
                    <a:cubicBezTo>
                      <a:pt x="6867" y="32023"/>
                      <a:pt x="6853" y="32018"/>
                      <a:pt x="6839" y="32018"/>
                    </a:cubicBezTo>
                    <a:close/>
                    <a:moveTo>
                      <a:pt x="29237" y="32021"/>
                    </a:moveTo>
                    <a:cubicBezTo>
                      <a:pt x="29222" y="32021"/>
                      <a:pt x="29206" y="32026"/>
                      <a:pt x="29190" y="32034"/>
                    </a:cubicBezTo>
                    <a:cubicBezTo>
                      <a:pt x="28967" y="32221"/>
                      <a:pt x="28726" y="32400"/>
                      <a:pt x="28485" y="32569"/>
                    </a:cubicBezTo>
                    <a:cubicBezTo>
                      <a:pt x="28467" y="32587"/>
                      <a:pt x="28458" y="32605"/>
                      <a:pt x="28458" y="32623"/>
                    </a:cubicBezTo>
                    <a:cubicBezTo>
                      <a:pt x="28458" y="32641"/>
                      <a:pt x="28458" y="32649"/>
                      <a:pt x="28467" y="32667"/>
                    </a:cubicBezTo>
                    <a:cubicBezTo>
                      <a:pt x="28476" y="32676"/>
                      <a:pt x="28503" y="32694"/>
                      <a:pt x="28521" y="32694"/>
                    </a:cubicBezTo>
                    <a:cubicBezTo>
                      <a:pt x="28530" y="32694"/>
                      <a:pt x="28548" y="32685"/>
                      <a:pt x="28557" y="32676"/>
                    </a:cubicBezTo>
                    <a:cubicBezTo>
                      <a:pt x="28797" y="32507"/>
                      <a:pt x="29038" y="32319"/>
                      <a:pt x="29270" y="32132"/>
                    </a:cubicBezTo>
                    <a:cubicBezTo>
                      <a:pt x="29288" y="32123"/>
                      <a:pt x="29297" y="32105"/>
                      <a:pt x="29297" y="32087"/>
                    </a:cubicBezTo>
                    <a:cubicBezTo>
                      <a:pt x="29297" y="32070"/>
                      <a:pt x="29297" y="32052"/>
                      <a:pt x="29288" y="32043"/>
                    </a:cubicBezTo>
                    <a:cubicBezTo>
                      <a:pt x="29273" y="32028"/>
                      <a:pt x="29256" y="32021"/>
                      <a:pt x="29237" y="32021"/>
                    </a:cubicBezTo>
                    <a:close/>
                    <a:moveTo>
                      <a:pt x="8291" y="33068"/>
                    </a:moveTo>
                    <a:cubicBezTo>
                      <a:pt x="8269" y="33068"/>
                      <a:pt x="8246" y="33078"/>
                      <a:pt x="8234" y="33096"/>
                    </a:cubicBezTo>
                    <a:cubicBezTo>
                      <a:pt x="8226" y="33104"/>
                      <a:pt x="8226" y="33113"/>
                      <a:pt x="8226" y="33131"/>
                    </a:cubicBezTo>
                    <a:cubicBezTo>
                      <a:pt x="8226" y="33149"/>
                      <a:pt x="8234" y="33167"/>
                      <a:pt x="8243" y="33176"/>
                    </a:cubicBezTo>
                    <a:lnTo>
                      <a:pt x="8252" y="33185"/>
                    </a:lnTo>
                    <a:cubicBezTo>
                      <a:pt x="8502" y="33345"/>
                      <a:pt x="8761" y="33506"/>
                      <a:pt x="9020" y="33649"/>
                    </a:cubicBezTo>
                    <a:cubicBezTo>
                      <a:pt x="9028" y="33658"/>
                      <a:pt x="9037" y="33658"/>
                      <a:pt x="9046" y="33658"/>
                    </a:cubicBezTo>
                    <a:cubicBezTo>
                      <a:pt x="9073" y="33658"/>
                      <a:pt x="9091" y="33649"/>
                      <a:pt x="9109" y="33631"/>
                    </a:cubicBezTo>
                    <a:cubicBezTo>
                      <a:pt x="9109" y="33622"/>
                      <a:pt x="9118" y="33604"/>
                      <a:pt x="9118" y="33595"/>
                    </a:cubicBezTo>
                    <a:cubicBezTo>
                      <a:pt x="9118" y="33577"/>
                      <a:pt x="9109" y="33559"/>
                      <a:pt x="9091" y="33550"/>
                    </a:cubicBezTo>
                    <a:lnTo>
                      <a:pt x="9082" y="33542"/>
                    </a:lnTo>
                    <a:cubicBezTo>
                      <a:pt x="8823" y="33390"/>
                      <a:pt x="8573" y="33238"/>
                      <a:pt x="8324" y="33078"/>
                    </a:cubicBezTo>
                    <a:cubicBezTo>
                      <a:pt x="8314" y="33071"/>
                      <a:pt x="8302" y="33068"/>
                      <a:pt x="8291" y="33068"/>
                    </a:cubicBezTo>
                    <a:close/>
                    <a:moveTo>
                      <a:pt x="27778" y="33068"/>
                    </a:moveTo>
                    <a:cubicBezTo>
                      <a:pt x="27766" y="33068"/>
                      <a:pt x="27754" y="33071"/>
                      <a:pt x="27745" y="33078"/>
                    </a:cubicBezTo>
                    <a:cubicBezTo>
                      <a:pt x="27495" y="33238"/>
                      <a:pt x="27236" y="33390"/>
                      <a:pt x="26987" y="33542"/>
                    </a:cubicBezTo>
                    <a:cubicBezTo>
                      <a:pt x="26960" y="33550"/>
                      <a:pt x="26951" y="33577"/>
                      <a:pt x="26951" y="33595"/>
                    </a:cubicBezTo>
                    <a:cubicBezTo>
                      <a:pt x="26951" y="33613"/>
                      <a:pt x="26951" y="33622"/>
                      <a:pt x="26960" y="33631"/>
                    </a:cubicBezTo>
                    <a:cubicBezTo>
                      <a:pt x="26969" y="33649"/>
                      <a:pt x="26995" y="33666"/>
                      <a:pt x="27013" y="33666"/>
                    </a:cubicBezTo>
                    <a:cubicBezTo>
                      <a:pt x="27022" y="33666"/>
                      <a:pt x="27040" y="33658"/>
                      <a:pt x="27049" y="33658"/>
                    </a:cubicBezTo>
                    <a:cubicBezTo>
                      <a:pt x="27308" y="33506"/>
                      <a:pt x="27566" y="33345"/>
                      <a:pt x="27816" y="33185"/>
                    </a:cubicBezTo>
                    <a:cubicBezTo>
                      <a:pt x="27834" y="33176"/>
                      <a:pt x="27843" y="33149"/>
                      <a:pt x="27843" y="33131"/>
                    </a:cubicBezTo>
                    <a:cubicBezTo>
                      <a:pt x="27843" y="33122"/>
                      <a:pt x="27843" y="33104"/>
                      <a:pt x="27834" y="33096"/>
                    </a:cubicBezTo>
                    <a:cubicBezTo>
                      <a:pt x="27822" y="33078"/>
                      <a:pt x="27800" y="33068"/>
                      <a:pt x="27778" y="33068"/>
                    </a:cubicBezTo>
                    <a:close/>
                    <a:moveTo>
                      <a:pt x="9832" y="33961"/>
                    </a:moveTo>
                    <a:cubicBezTo>
                      <a:pt x="9810" y="33961"/>
                      <a:pt x="9790" y="33973"/>
                      <a:pt x="9778" y="33997"/>
                    </a:cubicBezTo>
                    <a:cubicBezTo>
                      <a:pt x="9778" y="34005"/>
                      <a:pt x="9769" y="34014"/>
                      <a:pt x="9769" y="34023"/>
                    </a:cubicBezTo>
                    <a:cubicBezTo>
                      <a:pt x="9769" y="34050"/>
                      <a:pt x="9787" y="34068"/>
                      <a:pt x="9805" y="34086"/>
                    </a:cubicBezTo>
                    <a:cubicBezTo>
                      <a:pt x="10072" y="34220"/>
                      <a:pt x="10340" y="34353"/>
                      <a:pt x="10616" y="34469"/>
                    </a:cubicBezTo>
                    <a:cubicBezTo>
                      <a:pt x="10625" y="34478"/>
                      <a:pt x="10634" y="34478"/>
                      <a:pt x="10643" y="34478"/>
                    </a:cubicBezTo>
                    <a:cubicBezTo>
                      <a:pt x="10670" y="34478"/>
                      <a:pt x="10688" y="34460"/>
                      <a:pt x="10697" y="34443"/>
                    </a:cubicBezTo>
                    <a:cubicBezTo>
                      <a:pt x="10706" y="34434"/>
                      <a:pt x="10706" y="34425"/>
                      <a:pt x="10706" y="34416"/>
                    </a:cubicBezTo>
                    <a:cubicBezTo>
                      <a:pt x="10706" y="34389"/>
                      <a:pt x="10688" y="34362"/>
                      <a:pt x="10670" y="34353"/>
                    </a:cubicBezTo>
                    <a:lnTo>
                      <a:pt x="10661" y="34353"/>
                    </a:lnTo>
                    <a:cubicBezTo>
                      <a:pt x="10402" y="34228"/>
                      <a:pt x="10135" y="34104"/>
                      <a:pt x="9876" y="33970"/>
                    </a:cubicBezTo>
                    <a:lnTo>
                      <a:pt x="9867" y="33970"/>
                    </a:lnTo>
                    <a:cubicBezTo>
                      <a:pt x="9855" y="33964"/>
                      <a:pt x="9843" y="33961"/>
                      <a:pt x="9832" y="33961"/>
                    </a:cubicBezTo>
                    <a:close/>
                    <a:moveTo>
                      <a:pt x="26228" y="33966"/>
                    </a:moveTo>
                    <a:cubicBezTo>
                      <a:pt x="26219" y="33966"/>
                      <a:pt x="26210" y="33968"/>
                      <a:pt x="26201" y="33970"/>
                    </a:cubicBezTo>
                    <a:lnTo>
                      <a:pt x="26193" y="33970"/>
                    </a:lnTo>
                    <a:cubicBezTo>
                      <a:pt x="25934" y="34104"/>
                      <a:pt x="25666" y="34237"/>
                      <a:pt x="25390" y="34362"/>
                    </a:cubicBezTo>
                    <a:cubicBezTo>
                      <a:pt x="25372" y="34371"/>
                      <a:pt x="25354" y="34389"/>
                      <a:pt x="25354" y="34416"/>
                    </a:cubicBezTo>
                    <a:cubicBezTo>
                      <a:pt x="25354" y="34425"/>
                      <a:pt x="25354" y="34434"/>
                      <a:pt x="25363" y="34443"/>
                    </a:cubicBezTo>
                    <a:cubicBezTo>
                      <a:pt x="25372" y="34469"/>
                      <a:pt x="25399" y="34478"/>
                      <a:pt x="25416" y="34478"/>
                    </a:cubicBezTo>
                    <a:lnTo>
                      <a:pt x="25452" y="34478"/>
                    </a:lnTo>
                    <a:cubicBezTo>
                      <a:pt x="25720" y="34353"/>
                      <a:pt x="25987" y="34220"/>
                      <a:pt x="26255" y="34086"/>
                    </a:cubicBezTo>
                    <a:cubicBezTo>
                      <a:pt x="26282" y="34077"/>
                      <a:pt x="26291" y="34050"/>
                      <a:pt x="26291" y="34032"/>
                    </a:cubicBezTo>
                    <a:cubicBezTo>
                      <a:pt x="26291" y="34014"/>
                      <a:pt x="26291" y="34005"/>
                      <a:pt x="26282" y="33997"/>
                    </a:cubicBezTo>
                    <a:cubicBezTo>
                      <a:pt x="26275" y="33976"/>
                      <a:pt x="26253" y="33966"/>
                      <a:pt x="26228" y="33966"/>
                    </a:cubicBezTo>
                    <a:close/>
                    <a:moveTo>
                      <a:pt x="11466" y="34698"/>
                    </a:moveTo>
                    <a:cubicBezTo>
                      <a:pt x="11439" y="34698"/>
                      <a:pt x="11415" y="34710"/>
                      <a:pt x="11401" y="34737"/>
                    </a:cubicBezTo>
                    <a:cubicBezTo>
                      <a:pt x="11401" y="34746"/>
                      <a:pt x="11401" y="34755"/>
                      <a:pt x="11401" y="34764"/>
                    </a:cubicBezTo>
                    <a:cubicBezTo>
                      <a:pt x="11401" y="34791"/>
                      <a:pt x="11419" y="34808"/>
                      <a:pt x="11437" y="34817"/>
                    </a:cubicBezTo>
                    <a:lnTo>
                      <a:pt x="11446" y="34817"/>
                    </a:lnTo>
                    <a:cubicBezTo>
                      <a:pt x="11723" y="34933"/>
                      <a:pt x="12008" y="35031"/>
                      <a:pt x="12285" y="35129"/>
                    </a:cubicBezTo>
                    <a:lnTo>
                      <a:pt x="12302" y="35129"/>
                    </a:lnTo>
                    <a:cubicBezTo>
                      <a:pt x="12329" y="35129"/>
                      <a:pt x="12356" y="35112"/>
                      <a:pt x="12365" y="35085"/>
                    </a:cubicBezTo>
                    <a:cubicBezTo>
                      <a:pt x="12365" y="35085"/>
                      <a:pt x="12374" y="35076"/>
                      <a:pt x="12374" y="35067"/>
                    </a:cubicBezTo>
                    <a:cubicBezTo>
                      <a:pt x="12374" y="35040"/>
                      <a:pt x="12356" y="35014"/>
                      <a:pt x="12329" y="35005"/>
                    </a:cubicBezTo>
                    <a:cubicBezTo>
                      <a:pt x="12044" y="34915"/>
                      <a:pt x="11767" y="34808"/>
                      <a:pt x="11491" y="34701"/>
                    </a:cubicBezTo>
                    <a:cubicBezTo>
                      <a:pt x="11482" y="34699"/>
                      <a:pt x="11474" y="34698"/>
                      <a:pt x="11466" y="34698"/>
                    </a:cubicBezTo>
                    <a:close/>
                    <a:moveTo>
                      <a:pt x="24597" y="34703"/>
                    </a:moveTo>
                    <a:cubicBezTo>
                      <a:pt x="24588" y="34703"/>
                      <a:pt x="24578" y="34705"/>
                      <a:pt x="24569" y="34710"/>
                    </a:cubicBezTo>
                    <a:cubicBezTo>
                      <a:pt x="24292" y="34817"/>
                      <a:pt x="24007" y="34915"/>
                      <a:pt x="23730" y="35014"/>
                    </a:cubicBezTo>
                    <a:cubicBezTo>
                      <a:pt x="23704" y="35022"/>
                      <a:pt x="23686" y="35049"/>
                      <a:pt x="23686" y="35076"/>
                    </a:cubicBezTo>
                    <a:cubicBezTo>
                      <a:pt x="23686" y="35076"/>
                      <a:pt x="23686" y="35085"/>
                      <a:pt x="23686" y="35094"/>
                    </a:cubicBezTo>
                    <a:cubicBezTo>
                      <a:pt x="23695" y="35121"/>
                      <a:pt x="23721" y="35138"/>
                      <a:pt x="23748" y="35138"/>
                    </a:cubicBezTo>
                    <a:cubicBezTo>
                      <a:pt x="23757" y="35138"/>
                      <a:pt x="23766" y="35138"/>
                      <a:pt x="23766" y="35129"/>
                    </a:cubicBezTo>
                    <a:cubicBezTo>
                      <a:pt x="24051" y="35040"/>
                      <a:pt x="24337" y="34933"/>
                      <a:pt x="24614" y="34826"/>
                    </a:cubicBezTo>
                    <a:cubicBezTo>
                      <a:pt x="24640" y="34817"/>
                      <a:pt x="24658" y="34791"/>
                      <a:pt x="24658" y="34764"/>
                    </a:cubicBezTo>
                    <a:cubicBezTo>
                      <a:pt x="24658" y="34755"/>
                      <a:pt x="24658" y="34746"/>
                      <a:pt x="24649" y="34746"/>
                    </a:cubicBezTo>
                    <a:cubicBezTo>
                      <a:pt x="24643" y="34720"/>
                      <a:pt x="24622" y="34703"/>
                      <a:pt x="24597" y="34703"/>
                    </a:cubicBezTo>
                    <a:close/>
                    <a:moveTo>
                      <a:pt x="13162" y="35270"/>
                    </a:moveTo>
                    <a:cubicBezTo>
                      <a:pt x="13136" y="35270"/>
                      <a:pt x="13104" y="35287"/>
                      <a:pt x="13096" y="35317"/>
                    </a:cubicBezTo>
                    <a:cubicBezTo>
                      <a:pt x="13096" y="35317"/>
                      <a:pt x="13096" y="35326"/>
                      <a:pt x="13096" y="35335"/>
                    </a:cubicBezTo>
                    <a:cubicBezTo>
                      <a:pt x="13096" y="35361"/>
                      <a:pt x="13114" y="35388"/>
                      <a:pt x="13141" y="35397"/>
                    </a:cubicBezTo>
                    <a:cubicBezTo>
                      <a:pt x="13435" y="35477"/>
                      <a:pt x="13721" y="35549"/>
                      <a:pt x="14015" y="35611"/>
                    </a:cubicBezTo>
                    <a:cubicBezTo>
                      <a:pt x="14024" y="35620"/>
                      <a:pt x="14024" y="35620"/>
                      <a:pt x="14033" y="35620"/>
                    </a:cubicBezTo>
                    <a:cubicBezTo>
                      <a:pt x="14060" y="35620"/>
                      <a:pt x="14087" y="35593"/>
                      <a:pt x="14096" y="35567"/>
                    </a:cubicBezTo>
                    <a:cubicBezTo>
                      <a:pt x="14096" y="35558"/>
                      <a:pt x="14096" y="35558"/>
                      <a:pt x="14096" y="35549"/>
                    </a:cubicBezTo>
                    <a:cubicBezTo>
                      <a:pt x="14096" y="35522"/>
                      <a:pt x="14078" y="35495"/>
                      <a:pt x="14042" y="35486"/>
                    </a:cubicBezTo>
                    <a:cubicBezTo>
                      <a:pt x="13757" y="35424"/>
                      <a:pt x="13462" y="35353"/>
                      <a:pt x="13186" y="35272"/>
                    </a:cubicBezTo>
                    <a:lnTo>
                      <a:pt x="13177" y="35272"/>
                    </a:lnTo>
                    <a:cubicBezTo>
                      <a:pt x="13172" y="35271"/>
                      <a:pt x="13167" y="35270"/>
                      <a:pt x="13162" y="35270"/>
                    </a:cubicBezTo>
                    <a:close/>
                    <a:moveTo>
                      <a:pt x="22892" y="35270"/>
                    </a:moveTo>
                    <a:cubicBezTo>
                      <a:pt x="22886" y="35270"/>
                      <a:pt x="22880" y="35271"/>
                      <a:pt x="22874" y="35272"/>
                    </a:cubicBezTo>
                    <a:cubicBezTo>
                      <a:pt x="22588" y="35353"/>
                      <a:pt x="22303" y="35424"/>
                      <a:pt x="22017" y="35495"/>
                    </a:cubicBezTo>
                    <a:lnTo>
                      <a:pt x="22009" y="35495"/>
                    </a:lnTo>
                    <a:cubicBezTo>
                      <a:pt x="21982" y="35495"/>
                      <a:pt x="21964" y="35522"/>
                      <a:pt x="21964" y="35558"/>
                    </a:cubicBezTo>
                    <a:cubicBezTo>
                      <a:pt x="21964" y="35558"/>
                      <a:pt x="21964" y="35567"/>
                      <a:pt x="21964" y="35567"/>
                    </a:cubicBezTo>
                    <a:cubicBezTo>
                      <a:pt x="21973" y="35602"/>
                      <a:pt x="21991" y="35620"/>
                      <a:pt x="22026" y="35620"/>
                    </a:cubicBezTo>
                    <a:lnTo>
                      <a:pt x="22035" y="35620"/>
                    </a:lnTo>
                    <a:cubicBezTo>
                      <a:pt x="22330" y="35549"/>
                      <a:pt x="22624" y="35477"/>
                      <a:pt x="22910" y="35397"/>
                    </a:cubicBezTo>
                    <a:lnTo>
                      <a:pt x="22927" y="35388"/>
                    </a:lnTo>
                    <a:cubicBezTo>
                      <a:pt x="22945" y="35379"/>
                      <a:pt x="22954" y="35361"/>
                      <a:pt x="22954" y="35335"/>
                    </a:cubicBezTo>
                    <a:cubicBezTo>
                      <a:pt x="22954" y="35335"/>
                      <a:pt x="22954" y="35326"/>
                      <a:pt x="22954" y="35317"/>
                    </a:cubicBezTo>
                    <a:cubicBezTo>
                      <a:pt x="22947" y="35287"/>
                      <a:pt x="22921" y="35270"/>
                      <a:pt x="22892" y="35270"/>
                    </a:cubicBezTo>
                    <a:close/>
                    <a:moveTo>
                      <a:pt x="14903" y="35663"/>
                    </a:moveTo>
                    <a:cubicBezTo>
                      <a:pt x="14874" y="35663"/>
                      <a:pt x="14853" y="35687"/>
                      <a:pt x="14845" y="35718"/>
                    </a:cubicBezTo>
                    <a:cubicBezTo>
                      <a:pt x="14845" y="35718"/>
                      <a:pt x="14845" y="35727"/>
                      <a:pt x="14845" y="35727"/>
                    </a:cubicBezTo>
                    <a:cubicBezTo>
                      <a:pt x="14845" y="35763"/>
                      <a:pt x="14863" y="35790"/>
                      <a:pt x="14898" y="35790"/>
                    </a:cubicBezTo>
                    <a:cubicBezTo>
                      <a:pt x="15193" y="35843"/>
                      <a:pt x="15487" y="35888"/>
                      <a:pt x="15782" y="35923"/>
                    </a:cubicBezTo>
                    <a:lnTo>
                      <a:pt x="15791" y="35923"/>
                    </a:lnTo>
                    <a:cubicBezTo>
                      <a:pt x="15826" y="35923"/>
                      <a:pt x="15853" y="35906"/>
                      <a:pt x="15853" y="35870"/>
                    </a:cubicBezTo>
                    <a:cubicBezTo>
                      <a:pt x="15862" y="35870"/>
                      <a:pt x="15862" y="35861"/>
                      <a:pt x="15862" y="35861"/>
                    </a:cubicBezTo>
                    <a:cubicBezTo>
                      <a:pt x="15862" y="35825"/>
                      <a:pt x="15835" y="35799"/>
                      <a:pt x="15800" y="35799"/>
                    </a:cubicBezTo>
                    <a:cubicBezTo>
                      <a:pt x="15505" y="35763"/>
                      <a:pt x="15211" y="35718"/>
                      <a:pt x="14916" y="35665"/>
                    </a:cubicBezTo>
                    <a:cubicBezTo>
                      <a:pt x="14912" y="35664"/>
                      <a:pt x="14907" y="35663"/>
                      <a:pt x="14903" y="35663"/>
                    </a:cubicBezTo>
                    <a:close/>
                    <a:moveTo>
                      <a:pt x="21134" y="35665"/>
                    </a:moveTo>
                    <a:cubicBezTo>
                      <a:pt x="20840" y="35718"/>
                      <a:pt x="20546" y="35763"/>
                      <a:pt x="20251" y="35799"/>
                    </a:cubicBezTo>
                    <a:cubicBezTo>
                      <a:pt x="20215" y="35807"/>
                      <a:pt x="20198" y="35834"/>
                      <a:pt x="20198" y="35861"/>
                    </a:cubicBezTo>
                    <a:cubicBezTo>
                      <a:pt x="20198" y="35870"/>
                      <a:pt x="20198" y="35870"/>
                      <a:pt x="20198" y="35870"/>
                    </a:cubicBezTo>
                    <a:cubicBezTo>
                      <a:pt x="20198" y="35906"/>
                      <a:pt x="20233" y="35932"/>
                      <a:pt x="20269" y="35932"/>
                    </a:cubicBezTo>
                    <a:cubicBezTo>
                      <a:pt x="20269" y="35923"/>
                      <a:pt x="20269" y="35923"/>
                      <a:pt x="20269" y="35923"/>
                    </a:cubicBezTo>
                    <a:cubicBezTo>
                      <a:pt x="20563" y="35888"/>
                      <a:pt x="20867" y="35843"/>
                      <a:pt x="21161" y="35799"/>
                    </a:cubicBezTo>
                    <a:cubicBezTo>
                      <a:pt x="21188" y="35790"/>
                      <a:pt x="21215" y="35763"/>
                      <a:pt x="21215" y="35736"/>
                    </a:cubicBezTo>
                    <a:cubicBezTo>
                      <a:pt x="21215" y="35727"/>
                      <a:pt x="21215" y="35727"/>
                      <a:pt x="21206" y="35718"/>
                    </a:cubicBezTo>
                    <a:cubicBezTo>
                      <a:pt x="21206" y="35683"/>
                      <a:pt x="21170" y="35665"/>
                      <a:pt x="21134" y="35665"/>
                    </a:cubicBezTo>
                    <a:close/>
                    <a:moveTo>
                      <a:pt x="16692" y="35888"/>
                    </a:moveTo>
                    <a:cubicBezTo>
                      <a:pt x="16656" y="35888"/>
                      <a:pt x="16620" y="35915"/>
                      <a:pt x="16620" y="35941"/>
                    </a:cubicBezTo>
                    <a:cubicBezTo>
                      <a:pt x="16620" y="35950"/>
                      <a:pt x="16620" y="35950"/>
                      <a:pt x="16620" y="35950"/>
                    </a:cubicBezTo>
                    <a:cubicBezTo>
                      <a:pt x="16620" y="35986"/>
                      <a:pt x="16647" y="36013"/>
                      <a:pt x="16683" y="36013"/>
                    </a:cubicBezTo>
                    <a:cubicBezTo>
                      <a:pt x="16977" y="36039"/>
                      <a:pt x="17280" y="36048"/>
                      <a:pt x="17575" y="36057"/>
                    </a:cubicBezTo>
                    <a:cubicBezTo>
                      <a:pt x="17610" y="36057"/>
                      <a:pt x="17646" y="36031"/>
                      <a:pt x="17646" y="35995"/>
                    </a:cubicBezTo>
                    <a:cubicBezTo>
                      <a:pt x="17646" y="35959"/>
                      <a:pt x="17619" y="35932"/>
                      <a:pt x="17584" y="35932"/>
                    </a:cubicBezTo>
                    <a:cubicBezTo>
                      <a:pt x="17289" y="35923"/>
                      <a:pt x="16986" y="35906"/>
                      <a:pt x="16692" y="35888"/>
                    </a:cubicBezTo>
                    <a:close/>
                    <a:moveTo>
                      <a:pt x="19368" y="35888"/>
                    </a:moveTo>
                    <a:cubicBezTo>
                      <a:pt x="19074" y="35906"/>
                      <a:pt x="18770" y="35923"/>
                      <a:pt x="18476" y="35932"/>
                    </a:cubicBezTo>
                    <a:lnTo>
                      <a:pt x="18467" y="35932"/>
                    </a:lnTo>
                    <a:cubicBezTo>
                      <a:pt x="18440" y="35932"/>
                      <a:pt x="18413" y="35959"/>
                      <a:pt x="18413" y="35995"/>
                    </a:cubicBezTo>
                    <a:cubicBezTo>
                      <a:pt x="18413" y="36031"/>
                      <a:pt x="18440" y="36057"/>
                      <a:pt x="18476" y="36057"/>
                    </a:cubicBezTo>
                    <a:cubicBezTo>
                      <a:pt x="18779" y="36048"/>
                      <a:pt x="19074" y="36039"/>
                      <a:pt x="19368" y="36013"/>
                    </a:cubicBezTo>
                    <a:lnTo>
                      <a:pt x="19377" y="36013"/>
                    </a:lnTo>
                    <a:cubicBezTo>
                      <a:pt x="19413" y="36013"/>
                      <a:pt x="19430" y="35986"/>
                      <a:pt x="19430" y="35950"/>
                    </a:cubicBezTo>
                    <a:cubicBezTo>
                      <a:pt x="19430" y="35915"/>
                      <a:pt x="19404" y="35888"/>
                      <a:pt x="19368" y="3588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-990360" y="-997200"/>
                <a:ext cx="3208680" cy="3208680"/>
              </a:xfrm>
              <a:custGeom>
                <a:rect b="b" l="l" r="r" t="t"/>
                <a:pathLst>
                  <a:path extrusionOk="0" h="28539" w="28539">
                    <a:moveTo>
                      <a:pt x="13578" y="18"/>
                    </a:moveTo>
                    <a:cubicBezTo>
                      <a:pt x="13489" y="18"/>
                      <a:pt x="13409" y="27"/>
                      <a:pt x="13320" y="27"/>
                    </a:cubicBezTo>
                    <a:cubicBezTo>
                      <a:pt x="13284" y="36"/>
                      <a:pt x="13257" y="63"/>
                      <a:pt x="13257" y="98"/>
                    </a:cubicBezTo>
                    <a:cubicBezTo>
                      <a:pt x="13266" y="134"/>
                      <a:pt x="13293" y="161"/>
                      <a:pt x="13320" y="161"/>
                    </a:cubicBezTo>
                    <a:lnTo>
                      <a:pt x="13329" y="161"/>
                    </a:lnTo>
                    <a:cubicBezTo>
                      <a:pt x="13418" y="152"/>
                      <a:pt x="13498" y="152"/>
                      <a:pt x="13587" y="143"/>
                    </a:cubicBezTo>
                    <a:cubicBezTo>
                      <a:pt x="13623" y="143"/>
                      <a:pt x="13650" y="116"/>
                      <a:pt x="13650" y="81"/>
                    </a:cubicBezTo>
                    <a:cubicBezTo>
                      <a:pt x="13641" y="45"/>
                      <a:pt x="13614" y="18"/>
                      <a:pt x="13578" y="18"/>
                    </a:cubicBezTo>
                    <a:close/>
                    <a:moveTo>
                      <a:pt x="14354" y="0"/>
                    </a:moveTo>
                    <a:cubicBezTo>
                      <a:pt x="14319" y="0"/>
                      <a:pt x="14292" y="27"/>
                      <a:pt x="14292" y="63"/>
                    </a:cubicBezTo>
                    <a:cubicBezTo>
                      <a:pt x="14292" y="98"/>
                      <a:pt x="14319" y="125"/>
                      <a:pt x="14354" y="125"/>
                    </a:cubicBezTo>
                    <a:cubicBezTo>
                      <a:pt x="14658" y="134"/>
                      <a:pt x="14961" y="143"/>
                      <a:pt x="15255" y="161"/>
                    </a:cubicBezTo>
                    <a:lnTo>
                      <a:pt x="15264" y="161"/>
                    </a:lnTo>
                    <a:cubicBezTo>
                      <a:pt x="15300" y="161"/>
                      <a:pt x="15327" y="134"/>
                      <a:pt x="15327" y="98"/>
                    </a:cubicBezTo>
                    <a:cubicBezTo>
                      <a:pt x="15327" y="63"/>
                      <a:pt x="15300" y="36"/>
                      <a:pt x="15264" y="36"/>
                    </a:cubicBezTo>
                    <a:cubicBezTo>
                      <a:pt x="14970" y="9"/>
                      <a:pt x="14658" y="0"/>
                      <a:pt x="14354" y="0"/>
                    </a:cubicBezTo>
                    <a:close/>
                    <a:moveTo>
                      <a:pt x="15523" y="54"/>
                    </a:moveTo>
                    <a:cubicBezTo>
                      <a:pt x="15487" y="54"/>
                      <a:pt x="15461" y="81"/>
                      <a:pt x="15461" y="116"/>
                    </a:cubicBezTo>
                    <a:cubicBezTo>
                      <a:pt x="15452" y="152"/>
                      <a:pt x="15478" y="179"/>
                      <a:pt x="15514" y="179"/>
                    </a:cubicBezTo>
                    <a:cubicBezTo>
                      <a:pt x="15773" y="205"/>
                      <a:pt x="16032" y="232"/>
                      <a:pt x="16281" y="268"/>
                    </a:cubicBezTo>
                    <a:lnTo>
                      <a:pt x="16290" y="268"/>
                    </a:lnTo>
                    <a:cubicBezTo>
                      <a:pt x="16326" y="268"/>
                      <a:pt x="16353" y="250"/>
                      <a:pt x="16353" y="214"/>
                    </a:cubicBezTo>
                    <a:cubicBezTo>
                      <a:pt x="16362" y="179"/>
                      <a:pt x="16335" y="152"/>
                      <a:pt x="16299" y="143"/>
                    </a:cubicBezTo>
                    <a:cubicBezTo>
                      <a:pt x="16041" y="107"/>
                      <a:pt x="15782" y="81"/>
                      <a:pt x="15523" y="54"/>
                    </a:cubicBezTo>
                    <a:close/>
                    <a:moveTo>
                      <a:pt x="12419" y="116"/>
                    </a:moveTo>
                    <a:cubicBezTo>
                      <a:pt x="12160" y="152"/>
                      <a:pt x="11901" y="197"/>
                      <a:pt x="11642" y="241"/>
                    </a:cubicBezTo>
                    <a:cubicBezTo>
                      <a:pt x="11607" y="250"/>
                      <a:pt x="11589" y="277"/>
                      <a:pt x="11598" y="313"/>
                    </a:cubicBezTo>
                    <a:cubicBezTo>
                      <a:pt x="11598" y="348"/>
                      <a:pt x="11625" y="366"/>
                      <a:pt x="11660" y="366"/>
                    </a:cubicBezTo>
                    <a:lnTo>
                      <a:pt x="11669" y="366"/>
                    </a:lnTo>
                    <a:cubicBezTo>
                      <a:pt x="11919" y="321"/>
                      <a:pt x="12178" y="277"/>
                      <a:pt x="12427" y="250"/>
                    </a:cubicBezTo>
                    <a:cubicBezTo>
                      <a:pt x="12463" y="241"/>
                      <a:pt x="12490" y="205"/>
                      <a:pt x="12490" y="179"/>
                    </a:cubicBezTo>
                    <a:cubicBezTo>
                      <a:pt x="12481" y="143"/>
                      <a:pt x="12454" y="116"/>
                      <a:pt x="12419" y="116"/>
                    </a:cubicBezTo>
                    <a:close/>
                    <a:moveTo>
                      <a:pt x="17182" y="301"/>
                    </a:moveTo>
                    <a:cubicBezTo>
                      <a:pt x="17153" y="301"/>
                      <a:pt x="17127" y="319"/>
                      <a:pt x="17120" y="348"/>
                    </a:cubicBezTo>
                    <a:cubicBezTo>
                      <a:pt x="17111" y="384"/>
                      <a:pt x="17138" y="420"/>
                      <a:pt x="17173" y="428"/>
                    </a:cubicBezTo>
                    <a:cubicBezTo>
                      <a:pt x="17254" y="446"/>
                      <a:pt x="17334" y="464"/>
                      <a:pt x="17423" y="482"/>
                    </a:cubicBezTo>
                    <a:lnTo>
                      <a:pt x="17432" y="482"/>
                    </a:lnTo>
                    <a:cubicBezTo>
                      <a:pt x="17468" y="482"/>
                      <a:pt x="17495" y="464"/>
                      <a:pt x="17495" y="428"/>
                    </a:cubicBezTo>
                    <a:cubicBezTo>
                      <a:pt x="17504" y="402"/>
                      <a:pt x="17486" y="366"/>
                      <a:pt x="17450" y="357"/>
                    </a:cubicBezTo>
                    <a:cubicBezTo>
                      <a:pt x="17370" y="339"/>
                      <a:pt x="17281" y="321"/>
                      <a:pt x="17200" y="304"/>
                    </a:cubicBezTo>
                    <a:cubicBezTo>
                      <a:pt x="17194" y="302"/>
                      <a:pt x="17188" y="301"/>
                      <a:pt x="17182" y="301"/>
                    </a:cubicBezTo>
                    <a:close/>
                    <a:moveTo>
                      <a:pt x="11393" y="286"/>
                    </a:moveTo>
                    <a:cubicBezTo>
                      <a:pt x="11098" y="348"/>
                      <a:pt x="10795" y="420"/>
                      <a:pt x="10509" y="500"/>
                    </a:cubicBezTo>
                    <a:cubicBezTo>
                      <a:pt x="10474" y="509"/>
                      <a:pt x="10447" y="544"/>
                      <a:pt x="10465" y="580"/>
                    </a:cubicBezTo>
                    <a:cubicBezTo>
                      <a:pt x="10465" y="607"/>
                      <a:pt x="10492" y="625"/>
                      <a:pt x="10518" y="625"/>
                    </a:cubicBezTo>
                    <a:lnTo>
                      <a:pt x="10536" y="625"/>
                    </a:lnTo>
                    <a:cubicBezTo>
                      <a:pt x="10831" y="544"/>
                      <a:pt x="11125" y="473"/>
                      <a:pt x="11419" y="420"/>
                    </a:cubicBezTo>
                    <a:cubicBezTo>
                      <a:pt x="11455" y="411"/>
                      <a:pt x="11473" y="375"/>
                      <a:pt x="11464" y="339"/>
                    </a:cubicBezTo>
                    <a:cubicBezTo>
                      <a:pt x="11455" y="304"/>
                      <a:pt x="11428" y="286"/>
                      <a:pt x="11393" y="286"/>
                    </a:cubicBezTo>
                    <a:close/>
                    <a:moveTo>
                      <a:pt x="9778" y="721"/>
                    </a:moveTo>
                    <a:cubicBezTo>
                      <a:pt x="9772" y="721"/>
                      <a:pt x="9766" y="721"/>
                      <a:pt x="9760" y="723"/>
                    </a:cubicBezTo>
                    <a:cubicBezTo>
                      <a:pt x="9680" y="750"/>
                      <a:pt x="9591" y="785"/>
                      <a:pt x="9510" y="812"/>
                    </a:cubicBezTo>
                    <a:cubicBezTo>
                      <a:pt x="9484" y="821"/>
                      <a:pt x="9466" y="857"/>
                      <a:pt x="9475" y="892"/>
                    </a:cubicBezTo>
                    <a:cubicBezTo>
                      <a:pt x="9484" y="919"/>
                      <a:pt x="9510" y="937"/>
                      <a:pt x="9537" y="937"/>
                    </a:cubicBezTo>
                    <a:cubicBezTo>
                      <a:pt x="9537" y="937"/>
                      <a:pt x="9546" y="937"/>
                      <a:pt x="9555" y="928"/>
                    </a:cubicBezTo>
                    <a:cubicBezTo>
                      <a:pt x="9635" y="901"/>
                      <a:pt x="9715" y="875"/>
                      <a:pt x="9805" y="848"/>
                    </a:cubicBezTo>
                    <a:cubicBezTo>
                      <a:pt x="9831" y="839"/>
                      <a:pt x="9849" y="803"/>
                      <a:pt x="9840" y="767"/>
                    </a:cubicBezTo>
                    <a:cubicBezTo>
                      <a:pt x="9833" y="738"/>
                      <a:pt x="9807" y="721"/>
                      <a:pt x="9778" y="721"/>
                    </a:cubicBezTo>
                    <a:close/>
                    <a:moveTo>
                      <a:pt x="18185" y="548"/>
                    </a:moveTo>
                    <a:cubicBezTo>
                      <a:pt x="18158" y="548"/>
                      <a:pt x="18135" y="568"/>
                      <a:pt x="18128" y="589"/>
                    </a:cubicBezTo>
                    <a:cubicBezTo>
                      <a:pt x="18119" y="625"/>
                      <a:pt x="18137" y="660"/>
                      <a:pt x="18173" y="669"/>
                    </a:cubicBezTo>
                    <a:cubicBezTo>
                      <a:pt x="18458" y="759"/>
                      <a:pt x="18744" y="848"/>
                      <a:pt x="19029" y="946"/>
                    </a:cubicBezTo>
                    <a:cubicBezTo>
                      <a:pt x="19038" y="955"/>
                      <a:pt x="19038" y="955"/>
                      <a:pt x="19047" y="955"/>
                    </a:cubicBezTo>
                    <a:cubicBezTo>
                      <a:pt x="19074" y="955"/>
                      <a:pt x="19100" y="937"/>
                      <a:pt x="19109" y="910"/>
                    </a:cubicBezTo>
                    <a:cubicBezTo>
                      <a:pt x="19118" y="875"/>
                      <a:pt x="19100" y="839"/>
                      <a:pt x="19074" y="830"/>
                    </a:cubicBezTo>
                    <a:cubicBezTo>
                      <a:pt x="18788" y="723"/>
                      <a:pt x="18494" y="634"/>
                      <a:pt x="18208" y="553"/>
                    </a:cubicBezTo>
                    <a:cubicBezTo>
                      <a:pt x="18200" y="549"/>
                      <a:pt x="18192" y="548"/>
                      <a:pt x="18185" y="548"/>
                    </a:cubicBezTo>
                    <a:close/>
                    <a:moveTo>
                      <a:pt x="19286" y="912"/>
                    </a:moveTo>
                    <a:cubicBezTo>
                      <a:pt x="19262" y="912"/>
                      <a:pt x="19241" y="929"/>
                      <a:pt x="19234" y="955"/>
                    </a:cubicBezTo>
                    <a:cubicBezTo>
                      <a:pt x="19216" y="991"/>
                      <a:pt x="19234" y="1026"/>
                      <a:pt x="19270" y="1035"/>
                    </a:cubicBezTo>
                    <a:cubicBezTo>
                      <a:pt x="19511" y="1124"/>
                      <a:pt x="19752" y="1222"/>
                      <a:pt x="19984" y="1330"/>
                    </a:cubicBezTo>
                    <a:cubicBezTo>
                      <a:pt x="19993" y="1330"/>
                      <a:pt x="20001" y="1338"/>
                      <a:pt x="20010" y="1338"/>
                    </a:cubicBezTo>
                    <a:cubicBezTo>
                      <a:pt x="20028" y="1338"/>
                      <a:pt x="20055" y="1321"/>
                      <a:pt x="20064" y="1294"/>
                    </a:cubicBezTo>
                    <a:cubicBezTo>
                      <a:pt x="20082" y="1267"/>
                      <a:pt x="20064" y="1222"/>
                      <a:pt x="20037" y="1214"/>
                    </a:cubicBezTo>
                    <a:cubicBezTo>
                      <a:pt x="19796" y="1106"/>
                      <a:pt x="19555" y="1008"/>
                      <a:pt x="19315" y="919"/>
                    </a:cubicBezTo>
                    <a:cubicBezTo>
                      <a:pt x="19305" y="914"/>
                      <a:pt x="19295" y="912"/>
                      <a:pt x="19286" y="912"/>
                    </a:cubicBezTo>
                    <a:close/>
                    <a:moveTo>
                      <a:pt x="8691" y="1135"/>
                    </a:moveTo>
                    <a:cubicBezTo>
                      <a:pt x="8682" y="1135"/>
                      <a:pt x="8672" y="1137"/>
                      <a:pt x="8663" y="1142"/>
                    </a:cubicBezTo>
                    <a:cubicBezTo>
                      <a:pt x="8431" y="1240"/>
                      <a:pt x="8190" y="1356"/>
                      <a:pt x="7958" y="1472"/>
                    </a:cubicBezTo>
                    <a:cubicBezTo>
                      <a:pt x="7922" y="1481"/>
                      <a:pt x="7913" y="1526"/>
                      <a:pt x="7922" y="1553"/>
                    </a:cubicBezTo>
                    <a:cubicBezTo>
                      <a:pt x="7940" y="1579"/>
                      <a:pt x="7958" y="1588"/>
                      <a:pt x="7985" y="1588"/>
                    </a:cubicBezTo>
                    <a:cubicBezTo>
                      <a:pt x="7994" y="1588"/>
                      <a:pt x="8003" y="1588"/>
                      <a:pt x="8012" y="1579"/>
                    </a:cubicBezTo>
                    <a:cubicBezTo>
                      <a:pt x="8244" y="1472"/>
                      <a:pt x="8475" y="1365"/>
                      <a:pt x="8716" y="1258"/>
                    </a:cubicBezTo>
                    <a:cubicBezTo>
                      <a:pt x="8752" y="1249"/>
                      <a:pt x="8761" y="1205"/>
                      <a:pt x="8752" y="1178"/>
                    </a:cubicBezTo>
                    <a:cubicBezTo>
                      <a:pt x="8739" y="1152"/>
                      <a:pt x="8716" y="1135"/>
                      <a:pt x="8691" y="1135"/>
                    </a:cubicBezTo>
                    <a:close/>
                    <a:moveTo>
                      <a:pt x="20818" y="1597"/>
                    </a:moveTo>
                    <a:cubicBezTo>
                      <a:pt x="20796" y="1597"/>
                      <a:pt x="20775" y="1609"/>
                      <a:pt x="20769" y="1633"/>
                    </a:cubicBezTo>
                    <a:cubicBezTo>
                      <a:pt x="20751" y="1669"/>
                      <a:pt x="20760" y="1704"/>
                      <a:pt x="20795" y="1722"/>
                    </a:cubicBezTo>
                    <a:cubicBezTo>
                      <a:pt x="20867" y="1758"/>
                      <a:pt x="20947" y="1802"/>
                      <a:pt x="21018" y="1838"/>
                    </a:cubicBezTo>
                    <a:cubicBezTo>
                      <a:pt x="21027" y="1847"/>
                      <a:pt x="21036" y="1847"/>
                      <a:pt x="21054" y="1847"/>
                    </a:cubicBezTo>
                    <a:cubicBezTo>
                      <a:pt x="21072" y="1847"/>
                      <a:pt x="21099" y="1838"/>
                      <a:pt x="21108" y="1811"/>
                    </a:cubicBezTo>
                    <a:cubicBezTo>
                      <a:pt x="21126" y="1784"/>
                      <a:pt x="21117" y="1749"/>
                      <a:pt x="21081" y="1731"/>
                    </a:cubicBezTo>
                    <a:cubicBezTo>
                      <a:pt x="21010" y="1686"/>
                      <a:pt x="20929" y="1642"/>
                      <a:pt x="20849" y="1606"/>
                    </a:cubicBezTo>
                    <a:cubicBezTo>
                      <a:pt x="20840" y="1600"/>
                      <a:pt x="20829" y="1597"/>
                      <a:pt x="20818" y="1597"/>
                    </a:cubicBezTo>
                    <a:close/>
                    <a:moveTo>
                      <a:pt x="7757" y="1579"/>
                    </a:moveTo>
                    <a:cubicBezTo>
                      <a:pt x="7746" y="1579"/>
                      <a:pt x="7735" y="1582"/>
                      <a:pt x="7726" y="1588"/>
                    </a:cubicBezTo>
                    <a:cubicBezTo>
                      <a:pt x="7458" y="1722"/>
                      <a:pt x="7191" y="1874"/>
                      <a:pt x="6932" y="2025"/>
                    </a:cubicBezTo>
                    <a:cubicBezTo>
                      <a:pt x="6896" y="2052"/>
                      <a:pt x="6888" y="2088"/>
                      <a:pt x="6905" y="2115"/>
                    </a:cubicBezTo>
                    <a:cubicBezTo>
                      <a:pt x="6914" y="2141"/>
                      <a:pt x="6941" y="2150"/>
                      <a:pt x="6959" y="2150"/>
                    </a:cubicBezTo>
                    <a:cubicBezTo>
                      <a:pt x="6977" y="2150"/>
                      <a:pt x="6986" y="2150"/>
                      <a:pt x="6995" y="2141"/>
                    </a:cubicBezTo>
                    <a:cubicBezTo>
                      <a:pt x="7253" y="1990"/>
                      <a:pt x="7512" y="1838"/>
                      <a:pt x="7780" y="1704"/>
                    </a:cubicBezTo>
                    <a:cubicBezTo>
                      <a:pt x="7815" y="1686"/>
                      <a:pt x="7824" y="1642"/>
                      <a:pt x="7806" y="1615"/>
                    </a:cubicBezTo>
                    <a:cubicBezTo>
                      <a:pt x="7800" y="1591"/>
                      <a:pt x="7779" y="1579"/>
                      <a:pt x="7757" y="1579"/>
                    </a:cubicBezTo>
                    <a:close/>
                    <a:moveTo>
                      <a:pt x="6312" y="2437"/>
                    </a:moveTo>
                    <a:cubicBezTo>
                      <a:pt x="6298" y="2437"/>
                      <a:pt x="6283" y="2442"/>
                      <a:pt x="6272" y="2454"/>
                    </a:cubicBezTo>
                    <a:cubicBezTo>
                      <a:pt x="6201" y="2498"/>
                      <a:pt x="6129" y="2552"/>
                      <a:pt x="6058" y="2596"/>
                    </a:cubicBezTo>
                    <a:cubicBezTo>
                      <a:pt x="6031" y="2614"/>
                      <a:pt x="6022" y="2659"/>
                      <a:pt x="6040" y="2685"/>
                    </a:cubicBezTo>
                    <a:cubicBezTo>
                      <a:pt x="6058" y="2703"/>
                      <a:pt x="6076" y="2712"/>
                      <a:pt x="6094" y="2712"/>
                    </a:cubicBezTo>
                    <a:cubicBezTo>
                      <a:pt x="6102" y="2712"/>
                      <a:pt x="6120" y="2712"/>
                      <a:pt x="6129" y="2703"/>
                    </a:cubicBezTo>
                    <a:cubicBezTo>
                      <a:pt x="6201" y="2650"/>
                      <a:pt x="6272" y="2605"/>
                      <a:pt x="6343" y="2552"/>
                    </a:cubicBezTo>
                    <a:cubicBezTo>
                      <a:pt x="6370" y="2534"/>
                      <a:pt x="6379" y="2498"/>
                      <a:pt x="6361" y="2462"/>
                    </a:cubicBezTo>
                    <a:cubicBezTo>
                      <a:pt x="6351" y="2447"/>
                      <a:pt x="6331" y="2437"/>
                      <a:pt x="6312" y="2437"/>
                    </a:cubicBezTo>
                    <a:close/>
                    <a:moveTo>
                      <a:pt x="21724" y="2106"/>
                    </a:moveTo>
                    <a:cubicBezTo>
                      <a:pt x="21701" y="2106"/>
                      <a:pt x="21682" y="2118"/>
                      <a:pt x="21670" y="2141"/>
                    </a:cubicBezTo>
                    <a:cubicBezTo>
                      <a:pt x="21643" y="2168"/>
                      <a:pt x="21661" y="2213"/>
                      <a:pt x="21688" y="2231"/>
                    </a:cubicBezTo>
                    <a:cubicBezTo>
                      <a:pt x="21937" y="2382"/>
                      <a:pt x="22196" y="2552"/>
                      <a:pt x="22437" y="2721"/>
                    </a:cubicBezTo>
                    <a:cubicBezTo>
                      <a:pt x="22446" y="2730"/>
                      <a:pt x="22464" y="2739"/>
                      <a:pt x="22473" y="2739"/>
                    </a:cubicBezTo>
                    <a:cubicBezTo>
                      <a:pt x="22499" y="2739"/>
                      <a:pt x="22517" y="2730"/>
                      <a:pt x="22526" y="2712"/>
                    </a:cubicBezTo>
                    <a:cubicBezTo>
                      <a:pt x="22544" y="2677"/>
                      <a:pt x="22544" y="2641"/>
                      <a:pt x="22508" y="2623"/>
                    </a:cubicBezTo>
                    <a:cubicBezTo>
                      <a:pt x="22267" y="2445"/>
                      <a:pt x="22009" y="2275"/>
                      <a:pt x="21759" y="2115"/>
                    </a:cubicBezTo>
                    <a:cubicBezTo>
                      <a:pt x="21747" y="2109"/>
                      <a:pt x="21735" y="2106"/>
                      <a:pt x="21724" y="2106"/>
                    </a:cubicBezTo>
                    <a:close/>
                    <a:moveTo>
                      <a:pt x="22683" y="2759"/>
                    </a:moveTo>
                    <a:cubicBezTo>
                      <a:pt x="22663" y="2759"/>
                      <a:pt x="22644" y="2768"/>
                      <a:pt x="22633" y="2784"/>
                    </a:cubicBezTo>
                    <a:cubicBezTo>
                      <a:pt x="22615" y="2810"/>
                      <a:pt x="22615" y="2855"/>
                      <a:pt x="22642" y="2873"/>
                    </a:cubicBezTo>
                    <a:cubicBezTo>
                      <a:pt x="22856" y="3024"/>
                      <a:pt x="23061" y="3185"/>
                      <a:pt x="23258" y="3346"/>
                    </a:cubicBezTo>
                    <a:cubicBezTo>
                      <a:pt x="23267" y="3363"/>
                      <a:pt x="23284" y="3363"/>
                      <a:pt x="23293" y="3363"/>
                    </a:cubicBezTo>
                    <a:cubicBezTo>
                      <a:pt x="23311" y="3363"/>
                      <a:pt x="23329" y="3355"/>
                      <a:pt x="23347" y="3346"/>
                    </a:cubicBezTo>
                    <a:cubicBezTo>
                      <a:pt x="23365" y="3310"/>
                      <a:pt x="23365" y="3274"/>
                      <a:pt x="23338" y="3248"/>
                    </a:cubicBezTo>
                    <a:cubicBezTo>
                      <a:pt x="23142" y="3087"/>
                      <a:pt x="22928" y="2926"/>
                      <a:pt x="22722" y="2775"/>
                    </a:cubicBezTo>
                    <a:cubicBezTo>
                      <a:pt x="22711" y="2763"/>
                      <a:pt x="22697" y="2759"/>
                      <a:pt x="22683" y="2759"/>
                    </a:cubicBezTo>
                    <a:close/>
                    <a:moveTo>
                      <a:pt x="5370" y="3129"/>
                    </a:moveTo>
                    <a:cubicBezTo>
                      <a:pt x="5356" y="3129"/>
                      <a:pt x="5341" y="3133"/>
                      <a:pt x="5326" y="3140"/>
                    </a:cubicBezTo>
                    <a:cubicBezTo>
                      <a:pt x="5130" y="3310"/>
                      <a:pt x="4925" y="3479"/>
                      <a:pt x="4738" y="3649"/>
                    </a:cubicBezTo>
                    <a:cubicBezTo>
                      <a:pt x="4711" y="3676"/>
                      <a:pt x="4711" y="3711"/>
                      <a:pt x="4729" y="3738"/>
                    </a:cubicBezTo>
                    <a:cubicBezTo>
                      <a:pt x="4746" y="3756"/>
                      <a:pt x="4764" y="3765"/>
                      <a:pt x="4782" y="3765"/>
                    </a:cubicBezTo>
                    <a:cubicBezTo>
                      <a:pt x="4791" y="3765"/>
                      <a:pt x="4809" y="3756"/>
                      <a:pt x="4818" y="3747"/>
                    </a:cubicBezTo>
                    <a:cubicBezTo>
                      <a:pt x="5014" y="3578"/>
                      <a:pt x="5210" y="3408"/>
                      <a:pt x="5407" y="3248"/>
                    </a:cubicBezTo>
                    <a:cubicBezTo>
                      <a:pt x="5442" y="3221"/>
                      <a:pt x="5442" y="3185"/>
                      <a:pt x="5424" y="3158"/>
                    </a:cubicBezTo>
                    <a:cubicBezTo>
                      <a:pt x="5409" y="3137"/>
                      <a:pt x="5390" y="3129"/>
                      <a:pt x="5370" y="3129"/>
                    </a:cubicBezTo>
                    <a:close/>
                    <a:moveTo>
                      <a:pt x="23975" y="3834"/>
                    </a:moveTo>
                    <a:cubicBezTo>
                      <a:pt x="23958" y="3834"/>
                      <a:pt x="23940" y="3841"/>
                      <a:pt x="23927" y="3854"/>
                    </a:cubicBezTo>
                    <a:cubicBezTo>
                      <a:pt x="23909" y="3881"/>
                      <a:pt x="23909" y="3917"/>
                      <a:pt x="23936" y="3943"/>
                    </a:cubicBezTo>
                    <a:cubicBezTo>
                      <a:pt x="23998" y="4006"/>
                      <a:pt x="24061" y="4059"/>
                      <a:pt x="24114" y="4122"/>
                    </a:cubicBezTo>
                    <a:cubicBezTo>
                      <a:pt x="24132" y="4131"/>
                      <a:pt x="24150" y="4140"/>
                      <a:pt x="24159" y="4140"/>
                    </a:cubicBezTo>
                    <a:cubicBezTo>
                      <a:pt x="24177" y="4140"/>
                      <a:pt x="24194" y="4131"/>
                      <a:pt x="24212" y="4122"/>
                    </a:cubicBezTo>
                    <a:cubicBezTo>
                      <a:pt x="24230" y="4095"/>
                      <a:pt x="24230" y="4050"/>
                      <a:pt x="24212" y="4033"/>
                    </a:cubicBezTo>
                    <a:cubicBezTo>
                      <a:pt x="24150" y="3970"/>
                      <a:pt x="24087" y="3908"/>
                      <a:pt x="24016" y="3854"/>
                    </a:cubicBezTo>
                    <a:cubicBezTo>
                      <a:pt x="24007" y="3841"/>
                      <a:pt x="23991" y="3834"/>
                      <a:pt x="23975" y="3834"/>
                    </a:cubicBezTo>
                    <a:close/>
                    <a:moveTo>
                      <a:pt x="4590" y="3807"/>
                    </a:moveTo>
                    <a:cubicBezTo>
                      <a:pt x="4573" y="3807"/>
                      <a:pt x="4555" y="3814"/>
                      <a:pt x="4541" y="3827"/>
                    </a:cubicBezTo>
                    <a:cubicBezTo>
                      <a:pt x="4327" y="4033"/>
                      <a:pt x="4104" y="4247"/>
                      <a:pt x="3899" y="4470"/>
                    </a:cubicBezTo>
                    <a:cubicBezTo>
                      <a:pt x="3872" y="4488"/>
                      <a:pt x="3872" y="4532"/>
                      <a:pt x="3899" y="4559"/>
                    </a:cubicBezTo>
                    <a:cubicBezTo>
                      <a:pt x="3917" y="4568"/>
                      <a:pt x="3926" y="4577"/>
                      <a:pt x="3944" y="4577"/>
                    </a:cubicBezTo>
                    <a:cubicBezTo>
                      <a:pt x="3961" y="4577"/>
                      <a:pt x="3979" y="4568"/>
                      <a:pt x="3988" y="4550"/>
                    </a:cubicBezTo>
                    <a:cubicBezTo>
                      <a:pt x="4193" y="4336"/>
                      <a:pt x="4416" y="4122"/>
                      <a:pt x="4630" y="3917"/>
                    </a:cubicBezTo>
                    <a:cubicBezTo>
                      <a:pt x="4657" y="3899"/>
                      <a:pt x="4657" y="3854"/>
                      <a:pt x="4639" y="3827"/>
                    </a:cubicBezTo>
                    <a:cubicBezTo>
                      <a:pt x="4626" y="3814"/>
                      <a:pt x="4608" y="3807"/>
                      <a:pt x="4590" y="3807"/>
                    </a:cubicBezTo>
                    <a:close/>
                    <a:moveTo>
                      <a:pt x="3431" y="5024"/>
                    </a:moveTo>
                    <a:cubicBezTo>
                      <a:pt x="3411" y="5024"/>
                      <a:pt x="3392" y="5034"/>
                      <a:pt x="3382" y="5050"/>
                    </a:cubicBezTo>
                    <a:cubicBezTo>
                      <a:pt x="3319" y="5112"/>
                      <a:pt x="3266" y="5174"/>
                      <a:pt x="3212" y="5246"/>
                    </a:cubicBezTo>
                    <a:cubicBezTo>
                      <a:pt x="3194" y="5273"/>
                      <a:pt x="3194" y="5317"/>
                      <a:pt x="3221" y="5335"/>
                    </a:cubicBezTo>
                    <a:cubicBezTo>
                      <a:pt x="3230" y="5344"/>
                      <a:pt x="3248" y="5353"/>
                      <a:pt x="3266" y="5353"/>
                    </a:cubicBezTo>
                    <a:cubicBezTo>
                      <a:pt x="3283" y="5353"/>
                      <a:pt x="3301" y="5344"/>
                      <a:pt x="3310" y="5326"/>
                    </a:cubicBezTo>
                    <a:cubicBezTo>
                      <a:pt x="3364" y="5264"/>
                      <a:pt x="3426" y="5192"/>
                      <a:pt x="3480" y="5130"/>
                    </a:cubicBezTo>
                    <a:cubicBezTo>
                      <a:pt x="3498" y="5103"/>
                      <a:pt x="3498" y="5058"/>
                      <a:pt x="3471" y="5041"/>
                    </a:cubicBezTo>
                    <a:cubicBezTo>
                      <a:pt x="3460" y="5029"/>
                      <a:pt x="3445" y="5024"/>
                      <a:pt x="3431" y="5024"/>
                    </a:cubicBezTo>
                    <a:close/>
                    <a:moveTo>
                      <a:pt x="24707" y="4566"/>
                    </a:moveTo>
                    <a:cubicBezTo>
                      <a:pt x="24689" y="4566"/>
                      <a:pt x="24672" y="4572"/>
                      <a:pt x="24658" y="4586"/>
                    </a:cubicBezTo>
                    <a:cubicBezTo>
                      <a:pt x="24631" y="4612"/>
                      <a:pt x="24631" y="4648"/>
                      <a:pt x="24658" y="4675"/>
                    </a:cubicBezTo>
                    <a:cubicBezTo>
                      <a:pt x="24863" y="4898"/>
                      <a:pt x="25060" y="5121"/>
                      <a:pt x="25247" y="5353"/>
                    </a:cubicBezTo>
                    <a:cubicBezTo>
                      <a:pt x="25265" y="5371"/>
                      <a:pt x="25283" y="5380"/>
                      <a:pt x="25301" y="5380"/>
                    </a:cubicBezTo>
                    <a:cubicBezTo>
                      <a:pt x="25309" y="5380"/>
                      <a:pt x="25327" y="5380"/>
                      <a:pt x="25336" y="5362"/>
                    </a:cubicBezTo>
                    <a:cubicBezTo>
                      <a:pt x="25363" y="5344"/>
                      <a:pt x="25372" y="5299"/>
                      <a:pt x="25345" y="5273"/>
                    </a:cubicBezTo>
                    <a:cubicBezTo>
                      <a:pt x="25158" y="5041"/>
                      <a:pt x="24953" y="4809"/>
                      <a:pt x="24756" y="4586"/>
                    </a:cubicBezTo>
                    <a:cubicBezTo>
                      <a:pt x="24743" y="4572"/>
                      <a:pt x="24725" y="4566"/>
                      <a:pt x="24707" y="4566"/>
                    </a:cubicBezTo>
                    <a:close/>
                    <a:moveTo>
                      <a:pt x="25460" y="5453"/>
                    </a:moveTo>
                    <a:cubicBezTo>
                      <a:pt x="25446" y="5453"/>
                      <a:pt x="25431" y="5458"/>
                      <a:pt x="25417" y="5469"/>
                    </a:cubicBezTo>
                    <a:cubicBezTo>
                      <a:pt x="25390" y="5487"/>
                      <a:pt x="25390" y="5531"/>
                      <a:pt x="25408" y="5558"/>
                    </a:cubicBezTo>
                    <a:cubicBezTo>
                      <a:pt x="25568" y="5763"/>
                      <a:pt x="25720" y="5968"/>
                      <a:pt x="25872" y="6183"/>
                    </a:cubicBezTo>
                    <a:cubicBezTo>
                      <a:pt x="25880" y="6200"/>
                      <a:pt x="25898" y="6209"/>
                      <a:pt x="25925" y="6209"/>
                    </a:cubicBezTo>
                    <a:cubicBezTo>
                      <a:pt x="25934" y="6209"/>
                      <a:pt x="25943" y="6200"/>
                      <a:pt x="25961" y="6191"/>
                    </a:cubicBezTo>
                    <a:cubicBezTo>
                      <a:pt x="25987" y="6174"/>
                      <a:pt x="25996" y="6138"/>
                      <a:pt x="25979" y="6102"/>
                    </a:cubicBezTo>
                    <a:cubicBezTo>
                      <a:pt x="25827" y="5897"/>
                      <a:pt x="25666" y="5683"/>
                      <a:pt x="25506" y="5478"/>
                    </a:cubicBezTo>
                    <a:cubicBezTo>
                      <a:pt x="25495" y="5462"/>
                      <a:pt x="25479" y="5453"/>
                      <a:pt x="25460" y="5453"/>
                    </a:cubicBezTo>
                    <a:close/>
                    <a:moveTo>
                      <a:pt x="2717" y="5941"/>
                    </a:moveTo>
                    <a:cubicBezTo>
                      <a:pt x="2697" y="5941"/>
                      <a:pt x="2676" y="5951"/>
                      <a:pt x="2659" y="5968"/>
                    </a:cubicBezTo>
                    <a:cubicBezTo>
                      <a:pt x="2507" y="6174"/>
                      <a:pt x="2365" y="6397"/>
                      <a:pt x="2222" y="6611"/>
                    </a:cubicBezTo>
                    <a:cubicBezTo>
                      <a:pt x="2204" y="6646"/>
                      <a:pt x="2213" y="6682"/>
                      <a:pt x="2240" y="6700"/>
                    </a:cubicBezTo>
                    <a:cubicBezTo>
                      <a:pt x="2257" y="6709"/>
                      <a:pt x="2266" y="6709"/>
                      <a:pt x="2275" y="6709"/>
                    </a:cubicBezTo>
                    <a:cubicBezTo>
                      <a:pt x="2302" y="6709"/>
                      <a:pt x="2320" y="6700"/>
                      <a:pt x="2329" y="6682"/>
                    </a:cubicBezTo>
                    <a:cubicBezTo>
                      <a:pt x="2472" y="6468"/>
                      <a:pt x="2614" y="6254"/>
                      <a:pt x="2766" y="6040"/>
                    </a:cubicBezTo>
                    <a:cubicBezTo>
                      <a:pt x="2784" y="6013"/>
                      <a:pt x="2775" y="5977"/>
                      <a:pt x="2748" y="5951"/>
                    </a:cubicBezTo>
                    <a:cubicBezTo>
                      <a:pt x="2739" y="5944"/>
                      <a:pt x="2728" y="5941"/>
                      <a:pt x="2717" y="5941"/>
                    </a:cubicBezTo>
                    <a:close/>
                    <a:moveTo>
                      <a:pt x="26415" y="6834"/>
                    </a:moveTo>
                    <a:cubicBezTo>
                      <a:pt x="26404" y="6834"/>
                      <a:pt x="26392" y="6837"/>
                      <a:pt x="26380" y="6843"/>
                    </a:cubicBezTo>
                    <a:cubicBezTo>
                      <a:pt x="26353" y="6861"/>
                      <a:pt x="26344" y="6905"/>
                      <a:pt x="26362" y="6932"/>
                    </a:cubicBezTo>
                    <a:cubicBezTo>
                      <a:pt x="26407" y="7003"/>
                      <a:pt x="26451" y="7084"/>
                      <a:pt x="26496" y="7155"/>
                    </a:cubicBezTo>
                    <a:cubicBezTo>
                      <a:pt x="26505" y="7173"/>
                      <a:pt x="26523" y="7191"/>
                      <a:pt x="26550" y="7191"/>
                    </a:cubicBezTo>
                    <a:cubicBezTo>
                      <a:pt x="26558" y="7191"/>
                      <a:pt x="26567" y="7182"/>
                      <a:pt x="26585" y="7182"/>
                    </a:cubicBezTo>
                    <a:cubicBezTo>
                      <a:pt x="26612" y="7164"/>
                      <a:pt x="26621" y="7119"/>
                      <a:pt x="26603" y="7092"/>
                    </a:cubicBezTo>
                    <a:cubicBezTo>
                      <a:pt x="26558" y="7012"/>
                      <a:pt x="26514" y="6941"/>
                      <a:pt x="26469" y="6869"/>
                    </a:cubicBezTo>
                    <a:cubicBezTo>
                      <a:pt x="26457" y="6846"/>
                      <a:pt x="26437" y="6834"/>
                      <a:pt x="26415" y="6834"/>
                    </a:cubicBezTo>
                    <a:close/>
                    <a:moveTo>
                      <a:pt x="2142" y="6798"/>
                    </a:moveTo>
                    <a:cubicBezTo>
                      <a:pt x="2120" y="6798"/>
                      <a:pt x="2100" y="6810"/>
                      <a:pt x="2088" y="6834"/>
                    </a:cubicBezTo>
                    <a:cubicBezTo>
                      <a:pt x="1927" y="7092"/>
                      <a:pt x="1776" y="7360"/>
                      <a:pt x="1642" y="7619"/>
                    </a:cubicBezTo>
                    <a:cubicBezTo>
                      <a:pt x="1624" y="7654"/>
                      <a:pt x="1633" y="7690"/>
                      <a:pt x="1669" y="7708"/>
                    </a:cubicBezTo>
                    <a:cubicBezTo>
                      <a:pt x="1678" y="7717"/>
                      <a:pt x="1687" y="7717"/>
                      <a:pt x="1695" y="7717"/>
                    </a:cubicBezTo>
                    <a:cubicBezTo>
                      <a:pt x="1713" y="7717"/>
                      <a:pt x="1740" y="7708"/>
                      <a:pt x="1749" y="7681"/>
                    </a:cubicBezTo>
                    <a:cubicBezTo>
                      <a:pt x="1892" y="7423"/>
                      <a:pt x="2043" y="7155"/>
                      <a:pt x="2195" y="6896"/>
                    </a:cubicBezTo>
                    <a:cubicBezTo>
                      <a:pt x="2213" y="6869"/>
                      <a:pt x="2204" y="6834"/>
                      <a:pt x="2177" y="6807"/>
                    </a:cubicBezTo>
                    <a:cubicBezTo>
                      <a:pt x="2165" y="6801"/>
                      <a:pt x="2153" y="6798"/>
                      <a:pt x="2142" y="6798"/>
                    </a:cubicBezTo>
                    <a:close/>
                    <a:moveTo>
                      <a:pt x="1355" y="8281"/>
                    </a:moveTo>
                    <a:cubicBezTo>
                      <a:pt x="1330" y="8281"/>
                      <a:pt x="1307" y="8297"/>
                      <a:pt x="1294" y="8324"/>
                    </a:cubicBezTo>
                    <a:cubicBezTo>
                      <a:pt x="1258" y="8395"/>
                      <a:pt x="1223" y="8475"/>
                      <a:pt x="1187" y="8556"/>
                    </a:cubicBezTo>
                    <a:cubicBezTo>
                      <a:pt x="1169" y="8591"/>
                      <a:pt x="1187" y="8627"/>
                      <a:pt x="1223" y="8645"/>
                    </a:cubicBezTo>
                    <a:lnTo>
                      <a:pt x="1249" y="8645"/>
                    </a:lnTo>
                    <a:cubicBezTo>
                      <a:pt x="1267" y="8645"/>
                      <a:pt x="1294" y="8636"/>
                      <a:pt x="1303" y="8609"/>
                    </a:cubicBezTo>
                    <a:cubicBezTo>
                      <a:pt x="1339" y="8529"/>
                      <a:pt x="1374" y="8448"/>
                      <a:pt x="1410" y="8377"/>
                    </a:cubicBezTo>
                    <a:cubicBezTo>
                      <a:pt x="1428" y="8341"/>
                      <a:pt x="1410" y="8306"/>
                      <a:pt x="1383" y="8288"/>
                    </a:cubicBezTo>
                    <a:cubicBezTo>
                      <a:pt x="1374" y="8283"/>
                      <a:pt x="1364" y="8281"/>
                      <a:pt x="1355" y="8281"/>
                    </a:cubicBezTo>
                    <a:close/>
                    <a:moveTo>
                      <a:pt x="26914" y="7740"/>
                    </a:moveTo>
                    <a:cubicBezTo>
                      <a:pt x="26905" y="7740"/>
                      <a:pt x="26897" y="7742"/>
                      <a:pt x="26889" y="7744"/>
                    </a:cubicBezTo>
                    <a:cubicBezTo>
                      <a:pt x="26862" y="7762"/>
                      <a:pt x="26853" y="7806"/>
                      <a:pt x="26862" y="7833"/>
                    </a:cubicBezTo>
                    <a:cubicBezTo>
                      <a:pt x="27004" y="8101"/>
                      <a:pt x="27129" y="8377"/>
                      <a:pt x="27245" y="8654"/>
                    </a:cubicBezTo>
                    <a:cubicBezTo>
                      <a:pt x="27263" y="8671"/>
                      <a:pt x="27281" y="8689"/>
                      <a:pt x="27308" y="8689"/>
                    </a:cubicBezTo>
                    <a:cubicBezTo>
                      <a:pt x="27317" y="8689"/>
                      <a:pt x="27326" y="8689"/>
                      <a:pt x="27335" y="8680"/>
                    </a:cubicBezTo>
                    <a:cubicBezTo>
                      <a:pt x="27370" y="8671"/>
                      <a:pt x="27379" y="8636"/>
                      <a:pt x="27370" y="8600"/>
                    </a:cubicBezTo>
                    <a:cubicBezTo>
                      <a:pt x="27245" y="8324"/>
                      <a:pt x="27120" y="8047"/>
                      <a:pt x="26978" y="7779"/>
                    </a:cubicBezTo>
                    <a:cubicBezTo>
                      <a:pt x="26964" y="7752"/>
                      <a:pt x="26940" y="7740"/>
                      <a:pt x="26914" y="7740"/>
                    </a:cubicBezTo>
                    <a:close/>
                    <a:moveTo>
                      <a:pt x="27412" y="8798"/>
                    </a:moveTo>
                    <a:cubicBezTo>
                      <a:pt x="27404" y="8798"/>
                      <a:pt x="27395" y="8801"/>
                      <a:pt x="27388" y="8805"/>
                    </a:cubicBezTo>
                    <a:cubicBezTo>
                      <a:pt x="27352" y="8814"/>
                      <a:pt x="27335" y="8859"/>
                      <a:pt x="27352" y="8886"/>
                    </a:cubicBezTo>
                    <a:cubicBezTo>
                      <a:pt x="27451" y="9126"/>
                      <a:pt x="27540" y="9367"/>
                      <a:pt x="27629" y="9608"/>
                    </a:cubicBezTo>
                    <a:cubicBezTo>
                      <a:pt x="27638" y="9635"/>
                      <a:pt x="27656" y="9653"/>
                      <a:pt x="27682" y="9653"/>
                    </a:cubicBezTo>
                    <a:lnTo>
                      <a:pt x="27709" y="9653"/>
                    </a:lnTo>
                    <a:cubicBezTo>
                      <a:pt x="27745" y="9635"/>
                      <a:pt x="27763" y="9599"/>
                      <a:pt x="27745" y="9573"/>
                    </a:cubicBezTo>
                    <a:cubicBezTo>
                      <a:pt x="27665" y="9323"/>
                      <a:pt x="27567" y="9082"/>
                      <a:pt x="27468" y="8841"/>
                    </a:cubicBezTo>
                    <a:cubicBezTo>
                      <a:pt x="27462" y="8815"/>
                      <a:pt x="27436" y="8798"/>
                      <a:pt x="27412" y="8798"/>
                    </a:cubicBezTo>
                    <a:close/>
                    <a:moveTo>
                      <a:pt x="919" y="9356"/>
                    </a:moveTo>
                    <a:cubicBezTo>
                      <a:pt x="890" y="9356"/>
                      <a:pt x="863" y="9373"/>
                      <a:pt x="848" y="9403"/>
                    </a:cubicBezTo>
                    <a:cubicBezTo>
                      <a:pt x="759" y="9644"/>
                      <a:pt x="678" y="9894"/>
                      <a:pt x="607" y="10143"/>
                    </a:cubicBezTo>
                    <a:cubicBezTo>
                      <a:pt x="598" y="10170"/>
                      <a:pt x="616" y="10206"/>
                      <a:pt x="652" y="10224"/>
                    </a:cubicBezTo>
                    <a:lnTo>
                      <a:pt x="670" y="10224"/>
                    </a:lnTo>
                    <a:cubicBezTo>
                      <a:pt x="696" y="10224"/>
                      <a:pt x="723" y="10206"/>
                      <a:pt x="732" y="10179"/>
                    </a:cubicBezTo>
                    <a:cubicBezTo>
                      <a:pt x="803" y="9929"/>
                      <a:pt x="884" y="9688"/>
                      <a:pt x="973" y="9448"/>
                    </a:cubicBezTo>
                    <a:cubicBezTo>
                      <a:pt x="982" y="9412"/>
                      <a:pt x="964" y="9376"/>
                      <a:pt x="937" y="9358"/>
                    </a:cubicBezTo>
                    <a:cubicBezTo>
                      <a:pt x="931" y="9357"/>
                      <a:pt x="925" y="9356"/>
                      <a:pt x="919" y="9356"/>
                    </a:cubicBezTo>
                    <a:close/>
                    <a:moveTo>
                      <a:pt x="27959" y="10391"/>
                    </a:moveTo>
                    <a:cubicBezTo>
                      <a:pt x="27953" y="10391"/>
                      <a:pt x="27947" y="10392"/>
                      <a:pt x="27941" y="10393"/>
                    </a:cubicBezTo>
                    <a:cubicBezTo>
                      <a:pt x="27906" y="10402"/>
                      <a:pt x="27888" y="10438"/>
                      <a:pt x="27897" y="10474"/>
                    </a:cubicBezTo>
                    <a:cubicBezTo>
                      <a:pt x="27914" y="10554"/>
                      <a:pt x="27941" y="10634"/>
                      <a:pt x="27959" y="10723"/>
                    </a:cubicBezTo>
                    <a:cubicBezTo>
                      <a:pt x="27968" y="10750"/>
                      <a:pt x="27995" y="10768"/>
                      <a:pt x="28021" y="10768"/>
                    </a:cubicBezTo>
                    <a:lnTo>
                      <a:pt x="28039" y="10768"/>
                    </a:lnTo>
                    <a:cubicBezTo>
                      <a:pt x="28075" y="10759"/>
                      <a:pt x="28093" y="10723"/>
                      <a:pt x="28084" y="10688"/>
                    </a:cubicBezTo>
                    <a:cubicBezTo>
                      <a:pt x="28066" y="10607"/>
                      <a:pt x="28039" y="10518"/>
                      <a:pt x="28021" y="10438"/>
                    </a:cubicBezTo>
                    <a:cubicBezTo>
                      <a:pt x="28014" y="10408"/>
                      <a:pt x="27988" y="10391"/>
                      <a:pt x="27959" y="10391"/>
                    </a:cubicBezTo>
                    <a:close/>
                    <a:moveTo>
                      <a:pt x="602" y="10338"/>
                    </a:moveTo>
                    <a:cubicBezTo>
                      <a:pt x="571" y="10338"/>
                      <a:pt x="543" y="10361"/>
                      <a:pt x="536" y="10384"/>
                    </a:cubicBezTo>
                    <a:cubicBezTo>
                      <a:pt x="447" y="10679"/>
                      <a:pt x="375" y="10973"/>
                      <a:pt x="313" y="11267"/>
                    </a:cubicBezTo>
                    <a:cubicBezTo>
                      <a:pt x="304" y="11303"/>
                      <a:pt x="331" y="11339"/>
                      <a:pt x="366" y="11348"/>
                    </a:cubicBezTo>
                    <a:lnTo>
                      <a:pt x="375" y="11348"/>
                    </a:lnTo>
                    <a:cubicBezTo>
                      <a:pt x="402" y="11348"/>
                      <a:pt x="429" y="11330"/>
                      <a:pt x="438" y="11294"/>
                    </a:cubicBezTo>
                    <a:cubicBezTo>
                      <a:pt x="500" y="11009"/>
                      <a:pt x="571" y="10714"/>
                      <a:pt x="652" y="10420"/>
                    </a:cubicBezTo>
                    <a:cubicBezTo>
                      <a:pt x="670" y="10393"/>
                      <a:pt x="643" y="10358"/>
                      <a:pt x="616" y="10340"/>
                    </a:cubicBezTo>
                    <a:cubicBezTo>
                      <a:pt x="611" y="10339"/>
                      <a:pt x="606" y="10338"/>
                      <a:pt x="602" y="10338"/>
                    </a:cubicBezTo>
                    <a:close/>
                    <a:moveTo>
                      <a:pt x="241" y="11981"/>
                    </a:moveTo>
                    <a:cubicBezTo>
                      <a:pt x="215" y="11981"/>
                      <a:pt x="179" y="11999"/>
                      <a:pt x="170" y="12035"/>
                    </a:cubicBezTo>
                    <a:cubicBezTo>
                      <a:pt x="161" y="12124"/>
                      <a:pt x="143" y="12204"/>
                      <a:pt x="134" y="12293"/>
                    </a:cubicBezTo>
                    <a:cubicBezTo>
                      <a:pt x="125" y="12329"/>
                      <a:pt x="152" y="12365"/>
                      <a:pt x="188" y="12365"/>
                    </a:cubicBezTo>
                    <a:lnTo>
                      <a:pt x="197" y="12365"/>
                    </a:lnTo>
                    <a:cubicBezTo>
                      <a:pt x="232" y="12365"/>
                      <a:pt x="259" y="12347"/>
                      <a:pt x="259" y="12311"/>
                    </a:cubicBezTo>
                    <a:cubicBezTo>
                      <a:pt x="277" y="12231"/>
                      <a:pt x="286" y="12142"/>
                      <a:pt x="295" y="12061"/>
                    </a:cubicBezTo>
                    <a:cubicBezTo>
                      <a:pt x="304" y="12026"/>
                      <a:pt x="277" y="11990"/>
                      <a:pt x="241" y="11981"/>
                    </a:cubicBezTo>
                    <a:close/>
                    <a:moveTo>
                      <a:pt x="28182" y="11392"/>
                    </a:moveTo>
                    <a:cubicBezTo>
                      <a:pt x="28146" y="11401"/>
                      <a:pt x="28129" y="11437"/>
                      <a:pt x="28137" y="11473"/>
                    </a:cubicBezTo>
                    <a:cubicBezTo>
                      <a:pt x="28191" y="11767"/>
                      <a:pt x="28245" y="12061"/>
                      <a:pt x="28280" y="12365"/>
                    </a:cubicBezTo>
                    <a:cubicBezTo>
                      <a:pt x="28289" y="12392"/>
                      <a:pt x="28316" y="12418"/>
                      <a:pt x="28343" y="12418"/>
                    </a:cubicBezTo>
                    <a:lnTo>
                      <a:pt x="28352" y="12418"/>
                    </a:lnTo>
                    <a:cubicBezTo>
                      <a:pt x="28387" y="12409"/>
                      <a:pt x="28414" y="12383"/>
                      <a:pt x="28414" y="12347"/>
                    </a:cubicBezTo>
                    <a:cubicBezTo>
                      <a:pt x="28369" y="12044"/>
                      <a:pt x="28316" y="11740"/>
                      <a:pt x="28262" y="11446"/>
                    </a:cubicBezTo>
                    <a:cubicBezTo>
                      <a:pt x="28253" y="11410"/>
                      <a:pt x="28218" y="11392"/>
                      <a:pt x="28182" y="11392"/>
                    </a:cubicBezTo>
                    <a:close/>
                    <a:moveTo>
                      <a:pt x="28369" y="12543"/>
                    </a:moveTo>
                    <a:cubicBezTo>
                      <a:pt x="28334" y="12552"/>
                      <a:pt x="28307" y="12579"/>
                      <a:pt x="28316" y="12615"/>
                    </a:cubicBezTo>
                    <a:cubicBezTo>
                      <a:pt x="28343" y="12873"/>
                      <a:pt x="28369" y="13132"/>
                      <a:pt x="28387" y="13382"/>
                    </a:cubicBezTo>
                    <a:cubicBezTo>
                      <a:pt x="28387" y="13417"/>
                      <a:pt x="28414" y="13444"/>
                      <a:pt x="28450" y="13444"/>
                    </a:cubicBezTo>
                    <a:cubicBezTo>
                      <a:pt x="28485" y="13444"/>
                      <a:pt x="28512" y="13417"/>
                      <a:pt x="28512" y="13382"/>
                    </a:cubicBezTo>
                    <a:cubicBezTo>
                      <a:pt x="28494" y="13123"/>
                      <a:pt x="28476" y="12855"/>
                      <a:pt x="28441" y="12606"/>
                    </a:cubicBezTo>
                    <a:cubicBezTo>
                      <a:pt x="28441" y="12570"/>
                      <a:pt x="28405" y="12543"/>
                      <a:pt x="28369" y="12543"/>
                    </a:cubicBezTo>
                    <a:close/>
                    <a:moveTo>
                      <a:pt x="94" y="13139"/>
                    </a:moveTo>
                    <a:cubicBezTo>
                      <a:pt x="63" y="13139"/>
                      <a:pt x="36" y="13163"/>
                      <a:pt x="36" y="13194"/>
                    </a:cubicBezTo>
                    <a:cubicBezTo>
                      <a:pt x="18" y="13453"/>
                      <a:pt x="9" y="13721"/>
                      <a:pt x="0" y="13979"/>
                    </a:cubicBezTo>
                    <a:cubicBezTo>
                      <a:pt x="0" y="14015"/>
                      <a:pt x="27" y="14042"/>
                      <a:pt x="63" y="14042"/>
                    </a:cubicBezTo>
                    <a:cubicBezTo>
                      <a:pt x="99" y="14042"/>
                      <a:pt x="125" y="14015"/>
                      <a:pt x="125" y="13979"/>
                    </a:cubicBezTo>
                    <a:cubicBezTo>
                      <a:pt x="134" y="13721"/>
                      <a:pt x="143" y="13462"/>
                      <a:pt x="170" y="13212"/>
                    </a:cubicBezTo>
                    <a:cubicBezTo>
                      <a:pt x="170" y="13177"/>
                      <a:pt x="143" y="13141"/>
                      <a:pt x="108" y="13141"/>
                    </a:cubicBezTo>
                    <a:cubicBezTo>
                      <a:pt x="103" y="13140"/>
                      <a:pt x="98" y="13139"/>
                      <a:pt x="94" y="13139"/>
                    </a:cubicBezTo>
                    <a:close/>
                    <a:moveTo>
                      <a:pt x="28476" y="14220"/>
                    </a:moveTo>
                    <a:cubicBezTo>
                      <a:pt x="28441" y="14220"/>
                      <a:pt x="28414" y="14247"/>
                      <a:pt x="28414" y="14283"/>
                    </a:cubicBezTo>
                    <a:cubicBezTo>
                      <a:pt x="28414" y="14372"/>
                      <a:pt x="28405" y="14461"/>
                      <a:pt x="28405" y="14541"/>
                    </a:cubicBezTo>
                    <a:cubicBezTo>
                      <a:pt x="28405" y="14577"/>
                      <a:pt x="28432" y="14613"/>
                      <a:pt x="28468" y="14613"/>
                    </a:cubicBezTo>
                    <a:lnTo>
                      <a:pt x="28476" y="14613"/>
                    </a:lnTo>
                    <a:cubicBezTo>
                      <a:pt x="28503" y="14613"/>
                      <a:pt x="28539" y="14577"/>
                      <a:pt x="28539" y="14550"/>
                    </a:cubicBezTo>
                    <a:cubicBezTo>
                      <a:pt x="28539" y="14461"/>
                      <a:pt x="28539" y="14372"/>
                      <a:pt x="28539" y="14283"/>
                    </a:cubicBezTo>
                    <a:cubicBezTo>
                      <a:pt x="28539" y="14247"/>
                      <a:pt x="28512" y="14220"/>
                      <a:pt x="28476" y="14220"/>
                    </a:cubicBezTo>
                    <a:close/>
                    <a:moveTo>
                      <a:pt x="63" y="14176"/>
                    </a:moveTo>
                    <a:cubicBezTo>
                      <a:pt x="27" y="14176"/>
                      <a:pt x="0" y="14202"/>
                      <a:pt x="0" y="14238"/>
                    </a:cubicBezTo>
                    <a:lnTo>
                      <a:pt x="0" y="14274"/>
                    </a:lnTo>
                    <a:cubicBezTo>
                      <a:pt x="0" y="14568"/>
                      <a:pt x="9" y="14880"/>
                      <a:pt x="27" y="15175"/>
                    </a:cubicBezTo>
                    <a:cubicBezTo>
                      <a:pt x="27" y="15211"/>
                      <a:pt x="54" y="15237"/>
                      <a:pt x="90" y="15237"/>
                    </a:cubicBezTo>
                    <a:lnTo>
                      <a:pt x="99" y="15237"/>
                    </a:lnTo>
                    <a:cubicBezTo>
                      <a:pt x="134" y="15237"/>
                      <a:pt x="161" y="15202"/>
                      <a:pt x="152" y="15175"/>
                    </a:cubicBezTo>
                    <a:cubicBezTo>
                      <a:pt x="134" y="14872"/>
                      <a:pt x="125" y="14568"/>
                      <a:pt x="125" y="14274"/>
                    </a:cubicBezTo>
                    <a:lnTo>
                      <a:pt x="125" y="14238"/>
                    </a:lnTo>
                    <a:cubicBezTo>
                      <a:pt x="125" y="14202"/>
                      <a:pt x="99" y="14176"/>
                      <a:pt x="63" y="14176"/>
                    </a:cubicBezTo>
                    <a:close/>
                    <a:moveTo>
                      <a:pt x="152" y="15880"/>
                    </a:moveTo>
                    <a:cubicBezTo>
                      <a:pt x="116" y="15889"/>
                      <a:pt x="90" y="15915"/>
                      <a:pt x="99" y="15951"/>
                    </a:cubicBezTo>
                    <a:cubicBezTo>
                      <a:pt x="108" y="16040"/>
                      <a:pt x="116" y="16129"/>
                      <a:pt x="125" y="16210"/>
                    </a:cubicBezTo>
                    <a:cubicBezTo>
                      <a:pt x="134" y="16245"/>
                      <a:pt x="161" y="16272"/>
                      <a:pt x="197" y="16272"/>
                    </a:cubicBezTo>
                    <a:cubicBezTo>
                      <a:pt x="197" y="16272"/>
                      <a:pt x="197" y="16272"/>
                      <a:pt x="206" y="16263"/>
                    </a:cubicBezTo>
                    <a:cubicBezTo>
                      <a:pt x="232" y="16263"/>
                      <a:pt x="259" y="16228"/>
                      <a:pt x="259" y="16192"/>
                    </a:cubicBezTo>
                    <a:cubicBezTo>
                      <a:pt x="241" y="16112"/>
                      <a:pt x="232" y="16022"/>
                      <a:pt x="224" y="15942"/>
                    </a:cubicBezTo>
                    <a:cubicBezTo>
                      <a:pt x="224" y="15906"/>
                      <a:pt x="188" y="15880"/>
                      <a:pt x="152" y="15880"/>
                    </a:cubicBezTo>
                    <a:close/>
                    <a:moveTo>
                      <a:pt x="28441" y="15255"/>
                    </a:moveTo>
                    <a:cubicBezTo>
                      <a:pt x="28405" y="15255"/>
                      <a:pt x="28378" y="15282"/>
                      <a:pt x="28369" y="15318"/>
                    </a:cubicBezTo>
                    <a:cubicBezTo>
                      <a:pt x="28352" y="15612"/>
                      <a:pt x="28316" y="15915"/>
                      <a:pt x="28280" y="16210"/>
                    </a:cubicBezTo>
                    <a:cubicBezTo>
                      <a:pt x="28271" y="16245"/>
                      <a:pt x="28298" y="16281"/>
                      <a:pt x="28334" y="16281"/>
                    </a:cubicBezTo>
                    <a:lnTo>
                      <a:pt x="28343" y="16281"/>
                    </a:lnTo>
                    <a:cubicBezTo>
                      <a:pt x="28369" y="16281"/>
                      <a:pt x="28405" y="16263"/>
                      <a:pt x="28405" y="16228"/>
                    </a:cubicBezTo>
                    <a:cubicBezTo>
                      <a:pt x="28450" y="15933"/>
                      <a:pt x="28476" y="15630"/>
                      <a:pt x="28503" y="15327"/>
                    </a:cubicBezTo>
                    <a:cubicBezTo>
                      <a:pt x="28503" y="15291"/>
                      <a:pt x="28476" y="15255"/>
                      <a:pt x="28441" y="15255"/>
                    </a:cubicBezTo>
                    <a:close/>
                    <a:moveTo>
                      <a:pt x="28302" y="16413"/>
                    </a:moveTo>
                    <a:cubicBezTo>
                      <a:pt x="28271" y="16413"/>
                      <a:pt x="28245" y="16437"/>
                      <a:pt x="28245" y="16468"/>
                    </a:cubicBezTo>
                    <a:cubicBezTo>
                      <a:pt x="28200" y="16718"/>
                      <a:pt x="28155" y="16977"/>
                      <a:pt x="28102" y="17227"/>
                    </a:cubicBezTo>
                    <a:cubicBezTo>
                      <a:pt x="28093" y="17262"/>
                      <a:pt x="28120" y="17298"/>
                      <a:pt x="28146" y="17298"/>
                    </a:cubicBezTo>
                    <a:cubicBezTo>
                      <a:pt x="28155" y="17307"/>
                      <a:pt x="28155" y="17307"/>
                      <a:pt x="28164" y="17307"/>
                    </a:cubicBezTo>
                    <a:cubicBezTo>
                      <a:pt x="28191" y="17307"/>
                      <a:pt x="28218" y="17280"/>
                      <a:pt x="28227" y="17253"/>
                    </a:cubicBezTo>
                    <a:cubicBezTo>
                      <a:pt x="28280" y="17004"/>
                      <a:pt x="28325" y="16745"/>
                      <a:pt x="28369" y="16486"/>
                    </a:cubicBezTo>
                    <a:cubicBezTo>
                      <a:pt x="28369" y="16451"/>
                      <a:pt x="28352" y="16415"/>
                      <a:pt x="28316" y="16415"/>
                    </a:cubicBezTo>
                    <a:cubicBezTo>
                      <a:pt x="28311" y="16414"/>
                      <a:pt x="28306" y="16413"/>
                      <a:pt x="28302" y="16413"/>
                    </a:cubicBezTo>
                    <a:close/>
                    <a:moveTo>
                      <a:pt x="331" y="17030"/>
                    </a:moveTo>
                    <a:cubicBezTo>
                      <a:pt x="295" y="17039"/>
                      <a:pt x="277" y="17075"/>
                      <a:pt x="277" y="17111"/>
                    </a:cubicBezTo>
                    <a:cubicBezTo>
                      <a:pt x="331" y="17361"/>
                      <a:pt x="393" y="17619"/>
                      <a:pt x="455" y="17869"/>
                    </a:cubicBezTo>
                    <a:cubicBezTo>
                      <a:pt x="464" y="17896"/>
                      <a:pt x="491" y="17914"/>
                      <a:pt x="518" y="17914"/>
                    </a:cubicBezTo>
                    <a:lnTo>
                      <a:pt x="536" y="17914"/>
                    </a:lnTo>
                    <a:cubicBezTo>
                      <a:pt x="571" y="17905"/>
                      <a:pt x="589" y="17869"/>
                      <a:pt x="580" y="17833"/>
                    </a:cubicBezTo>
                    <a:cubicBezTo>
                      <a:pt x="518" y="17592"/>
                      <a:pt x="455" y="17334"/>
                      <a:pt x="411" y="17084"/>
                    </a:cubicBezTo>
                    <a:cubicBezTo>
                      <a:pt x="402" y="17048"/>
                      <a:pt x="366" y="17030"/>
                      <a:pt x="331" y="17030"/>
                    </a:cubicBezTo>
                    <a:close/>
                    <a:moveTo>
                      <a:pt x="27950" y="18054"/>
                    </a:moveTo>
                    <a:cubicBezTo>
                      <a:pt x="27921" y="18054"/>
                      <a:pt x="27895" y="18071"/>
                      <a:pt x="27888" y="18101"/>
                    </a:cubicBezTo>
                    <a:cubicBezTo>
                      <a:pt x="27861" y="18181"/>
                      <a:pt x="27834" y="18262"/>
                      <a:pt x="27816" y="18351"/>
                    </a:cubicBezTo>
                    <a:cubicBezTo>
                      <a:pt x="27807" y="18386"/>
                      <a:pt x="27825" y="18422"/>
                      <a:pt x="27861" y="18431"/>
                    </a:cubicBezTo>
                    <a:lnTo>
                      <a:pt x="27879" y="18431"/>
                    </a:lnTo>
                    <a:cubicBezTo>
                      <a:pt x="27906" y="18431"/>
                      <a:pt x="27932" y="18413"/>
                      <a:pt x="27941" y="18386"/>
                    </a:cubicBezTo>
                    <a:cubicBezTo>
                      <a:pt x="27959" y="18306"/>
                      <a:pt x="27986" y="18217"/>
                      <a:pt x="28013" y="18137"/>
                    </a:cubicBezTo>
                    <a:cubicBezTo>
                      <a:pt x="28021" y="18101"/>
                      <a:pt x="27995" y="18065"/>
                      <a:pt x="27968" y="18056"/>
                    </a:cubicBezTo>
                    <a:cubicBezTo>
                      <a:pt x="27962" y="18055"/>
                      <a:pt x="27956" y="18054"/>
                      <a:pt x="27950" y="18054"/>
                    </a:cubicBezTo>
                    <a:close/>
                    <a:moveTo>
                      <a:pt x="586" y="18036"/>
                    </a:moveTo>
                    <a:cubicBezTo>
                      <a:pt x="581" y="18036"/>
                      <a:pt x="576" y="18037"/>
                      <a:pt x="571" y="18039"/>
                    </a:cubicBezTo>
                    <a:cubicBezTo>
                      <a:pt x="536" y="18047"/>
                      <a:pt x="518" y="18083"/>
                      <a:pt x="527" y="18119"/>
                    </a:cubicBezTo>
                    <a:cubicBezTo>
                      <a:pt x="607" y="18413"/>
                      <a:pt x="696" y="18699"/>
                      <a:pt x="794" y="18984"/>
                    </a:cubicBezTo>
                    <a:cubicBezTo>
                      <a:pt x="803" y="19011"/>
                      <a:pt x="830" y="19029"/>
                      <a:pt x="857" y="19029"/>
                    </a:cubicBezTo>
                    <a:lnTo>
                      <a:pt x="875" y="19029"/>
                    </a:lnTo>
                    <a:cubicBezTo>
                      <a:pt x="910" y="19011"/>
                      <a:pt x="928" y="18975"/>
                      <a:pt x="919" y="18948"/>
                    </a:cubicBezTo>
                    <a:cubicBezTo>
                      <a:pt x="821" y="18663"/>
                      <a:pt x="732" y="18378"/>
                      <a:pt x="643" y="18083"/>
                    </a:cubicBezTo>
                    <a:cubicBezTo>
                      <a:pt x="635" y="18054"/>
                      <a:pt x="610" y="18036"/>
                      <a:pt x="586" y="18036"/>
                    </a:cubicBezTo>
                    <a:close/>
                    <a:moveTo>
                      <a:pt x="1135" y="19628"/>
                    </a:moveTo>
                    <a:cubicBezTo>
                      <a:pt x="1126" y="19628"/>
                      <a:pt x="1116" y="19631"/>
                      <a:pt x="1107" y="19635"/>
                    </a:cubicBezTo>
                    <a:cubicBezTo>
                      <a:pt x="1080" y="19644"/>
                      <a:pt x="1062" y="19680"/>
                      <a:pt x="1071" y="19716"/>
                    </a:cubicBezTo>
                    <a:cubicBezTo>
                      <a:pt x="1107" y="19796"/>
                      <a:pt x="1142" y="19876"/>
                      <a:pt x="1178" y="19957"/>
                    </a:cubicBezTo>
                    <a:cubicBezTo>
                      <a:pt x="1187" y="19983"/>
                      <a:pt x="1214" y="19992"/>
                      <a:pt x="1232" y="19992"/>
                    </a:cubicBezTo>
                    <a:lnTo>
                      <a:pt x="1258" y="19992"/>
                    </a:lnTo>
                    <a:cubicBezTo>
                      <a:pt x="1294" y="19974"/>
                      <a:pt x="1312" y="19939"/>
                      <a:pt x="1294" y="19903"/>
                    </a:cubicBezTo>
                    <a:cubicBezTo>
                      <a:pt x="1258" y="19823"/>
                      <a:pt x="1223" y="19742"/>
                      <a:pt x="1196" y="19671"/>
                    </a:cubicBezTo>
                    <a:cubicBezTo>
                      <a:pt x="1183" y="19645"/>
                      <a:pt x="1160" y="19628"/>
                      <a:pt x="1135" y="19628"/>
                    </a:cubicBezTo>
                    <a:close/>
                    <a:moveTo>
                      <a:pt x="27628" y="19040"/>
                    </a:moveTo>
                    <a:cubicBezTo>
                      <a:pt x="27603" y="19040"/>
                      <a:pt x="27582" y="19056"/>
                      <a:pt x="27575" y="19082"/>
                    </a:cubicBezTo>
                    <a:cubicBezTo>
                      <a:pt x="27468" y="19359"/>
                      <a:pt x="27361" y="19644"/>
                      <a:pt x="27236" y="19921"/>
                    </a:cubicBezTo>
                    <a:cubicBezTo>
                      <a:pt x="27228" y="19948"/>
                      <a:pt x="27236" y="19983"/>
                      <a:pt x="27272" y="20001"/>
                    </a:cubicBezTo>
                    <a:cubicBezTo>
                      <a:pt x="27281" y="20001"/>
                      <a:pt x="27290" y="20010"/>
                      <a:pt x="27299" y="20010"/>
                    </a:cubicBezTo>
                    <a:cubicBezTo>
                      <a:pt x="27326" y="20010"/>
                      <a:pt x="27343" y="19992"/>
                      <a:pt x="27352" y="19965"/>
                    </a:cubicBezTo>
                    <a:cubicBezTo>
                      <a:pt x="27477" y="19689"/>
                      <a:pt x="27593" y="19412"/>
                      <a:pt x="27691" y="19127"/>
                    </a:cubicBezTo>
                    <a:cubicBezTo>
                      <a:pt x="27700" y="19091"/>
                      <a:pt x="27682" y="19056"/>
                      <a:pt x="27656" y="19047"/>
                    </a:cubicBezTo>
                    <a:cubicBezTo>
                      <a:pt x="27646" y="19042"/>
                      <a:pt x="27637" y="19040"/>
                      <a:pt x="27628" y="19040"/>
                    </a:cubicBezTo>
                    <a:close/>
                    <a:moveTo>
                      <a:pt x="27194" y="20114"/>
                    </a:moveTo>
                    <a:cubicBezTo>
                      <a:pt x="27167" y="20114"/>
                      <a:pt x="27143" y="20126"/>
                      <a:pt x="27129" y="20153"/>
                    </a:cubicBezTo>
                    <a:cubicBezTo>
                      <a:pt x="27022" y="20385"/>
                      <a:pt x="26915" y="20617"/>
                      <a:pt x="26790" y="20840"/>
                    </a:cubicBezTo>
                    <a:cubicBezTo>
                      <a:pt x="26773" y="20875"/>
                      <a:pt x="26790" y="20911"/>
                      <a:pt x="26817" y="20929"/>
                    </a:cubicBezTo>
                    <a:cubicBezTo>
                      <a:pt x="26826" y="20938"/>
                      <a:pt x="26844" y="20938"/>
                      <a:pt x="26853" y="20938"/>
                    </a:cubicBezTo>
                    <a:cubicBezTo>
                      <a:pt x="26871" y="20938"/>
                      <a:pt x="26897" y="20929"/>
                      <a:pt x="26906" y="20902"/>
                    </a:cubicBezTo>
                    <a:cubicBezTo>
                      <a:pt x="27031" y="20670"/>
                      <a:pt x="27147" y="20438"/>
                      <a:pt x="27254" y="20206"/>
                    </a:cubicBezTo>
                    <a:cubicBezTo>
                      <a:pt x="27263" y="20171"/>
                      <a:pt x="27254" y="20135"/>
                      <a:pt x="27219" y="20117"/>
                    </a:cubicBezTo>
                    <a:cubicBezTo>
                      <a:pt x="27210" y="20115"/>
                      <a:pt x="27202" y="20114"/>
                      <a:pt x="27194" y="20114"/>
                    </a:cubicBezTo>
                    <a:close/>
                    <a:moveTo>
                      <a:pt x="1617" y="20685"/>
                    </a:moveTo>
                    <a:cubicBezTo>
                      <a:pt x="1610" y="20685"/>
                      <a:pt x="1604" y="20686"/>
                      <a:pt x="1597" y="20688"/>
                    </a:cubicBezTo>
                    <a:cubicBezTo>
                      <a:pt x="1562" y="20706"/>
                      <a:pt x="1553" y="20751"/>
                      <a:pt x="1562" y="20777"/>
                    </a:cubicBezTo>
                    <a:cubicBezTo>
                      <a:pt x="1687" y="21009"/>
                      <a:pt x="1811" y="21241"/>
                      <a:pt x="1945" y="21464"/>
                    </a:cubicBezTo>
                    <a:cubicBezTo>
                      <a:pt x="1954" y="21482"/>
                      <a:pt x="1972" y="21491"/>
                      <a:pt x="1999" y="21491"/>
                    </a:cubicBezTo>
                    <a:cubicBezTo>
                      <a:pt x="2008" y="21491"/>
                      <a:pt x="2017" y="21491"/>
                      <a:pt x="2026" y="21482"/>
                    </a:cubicBezTo>
                    <a:cubicBezTo>
                      <a:pt x="2061" y="21464"/>
                      <a:pt x="2070" y="21429"/>
                      <a:pt x="2052" y="21402"/>
                    </a:cubicBezTo>
                    <a:cubicBezTo>
                      <a:pt x="1919" y="21179"/>
                      <a:pt x="1794" y="20947"/>
                      <a:pt x="1678" y="20724"/>
                    </a:cubicBezTo>
                    <a:cubicBezTo>
                      <a:pt x="1664" y="20696"/>
                      <a:pt x="1640" y="20685"/>
                      <a:pt x="1617" y="20685"/>
                    </a:cubicBezTo>
                    <a:close/>
                    <a:moveTo>
                      <a:pt x="26403" y="21598"/>
                    </a:moveTo>
                    <a:cubicBezTo>
                      <a:pt x="26384" y="21598"/>
                      <a:pt x="26365" y="21607"/>
                      <a:pt x="26353" y="21625"/>
                    </a:cubicBezTo>
                    <a:cubicBezTo>
                      <a:pt x="26309" y="21696"/>
                      <a:pt x="26255" y="21776"/>
                      <a:pt x="26211" y="21848"/>
                    </a:cubicBezTo>
                    <a:cubicBezTo>
                      <a:pt x="26193" y="21875"/>
                      <a:pt x="26202" y="21910"/>
                      <a:pt x="26237" y="21937"/>
                    </a:cubicBezTo>
                    <a:cubicBezTo>
                      <a:pt x="26246" y="21937"/>
                      <a:pt x="26255" y="21946"/>
                      <a:pt x="26264" y="21946"/>
                    </a:cubicBezTo>
                    <a:cubicBezTo>
                      <a:pt x="26291" y="21946"/>
                      <a:pt x="26309" y="21937"/>
                      <a:pt x="26318" y="21910"/>
                    </a:cubicBezTo>
                    <a:cubicBezTo>
                      <a:pt x="26371" y="21839"/>
                      <a:pt x="26416" y="21768"/>
                      <a:pt x="26460" y="21696"/>
                    </a:cubicBezTo>
                    <a:cubicBezTo>
                      <a:pt x="26478" y="21660"/>
                      <a:pt x="26469" y="21625"/>
                      <a:pt x="26434" y="21607"/>
                    </a:cubicBezTo>
                    <a:cubicBezTo>
                      <a:pt x="26424" y="21601"/>
                      <a:pt x="26413" y="21598"/>
                      <a:pt x="26403" y="21598"/>
                    </a:cubicBezTo>
                    <a:close/>
                    <a:moveTo>
                      <a:pt x="2130" y="21589"/>
                    </a:moveTo>
                    <a:cubicBezTo>
                      <a:pt x="2118" y="21589"/>
                      <a:pt x="2106" y="21592"/>
                      <a:pt x="2097" y="21598"/>
                    </a:cubicBezTo>
                    <a:cubicBezTo>
                      <a:pt x="2061" y="21616"/>
                      <a:pt x="2052" y="21660"/>
                      <a:pt x="2070" y="21687"/>
                    </a:cubicBezTo>
                    <a:cubicBezTo>
                      <a:pt x="2231" y="21946"/>
                      <a:pt x="2400" y="22205"/>
                      <a:pt x="2570" y="22445"/>
                    </a:cubicBezTo>
                    <a:cubicBezTo>
                      <a:pt x="2588" y="22463"/>
                      <a:pt x="2605" y="22472"/>
                      <a:pt x="2623" y="22472"/>
                    </a:cubicBezTo>
                    <a:cubicBezTo>
                      <a:pt x="2641" y="22472"/>
                      <a:pt x="2650" y="22472"/>
                      <a:pt x="2659" y="22463"/>
                    </a:cubicBezTo>
                    <a:cubicBezTo>
                      <a:pt x="2695" y="22445"/>
                      <a:pt x="2695" y="22401"/>
                      <a:pt x="2677" y="22374"/>
                    </a:cubicBezTo>
                    <a:cubicBezTo>
                      <a:pt x="2507" y="22133"/>
                      <a:pt x="2338" y="21875"/>
                      <a:pt x="2186" y="21616"/>
                    </a:cubicBezTo>
                    <a:cubicBezTo>
                      <a:pt x="2175" y="21599"/>
                      <a:pt x="2152" y="21589"/>
                      <a:pt x="2130" y="21589"/>
                    </a:cubicBezTo>
                    <a:close/>
                    <a:moveTo>
                      <a:pt x="3088" y="22969"/>
                    </a:moveTo>
                    <a:cubicBezTo>
                      <a:pt x="3075" y="22969"/>
                      <a:pt x="3063" y="22973"/>
                      <a:pt x="3051" y="22981"/>
                    </a:cubicBezTo>
                    <a:cubicBezTo>
                      <a:pt x="3016" y="23008"/>
                      <a:pt x="3016" y="23043"/>
                      <a:pt x="3034" y="23079"/>
                    </a:cubicBezTo>
                    <a:cubicBezTo>
                      <a:pt x="3087" y="23141"/>
                      <a:pt x="3141" y="23213"/>
                      <a:pt x="3203" y="23275"/>
                    </a:cubicBezTo>
                    <a:cubicBezTo>
                      <a:pt x="3212" y="23293"/>
                      <a:pt x="3230" y="23302"/>
                      <a:pt x="3248" y="23302"/>
                    </a:cubicBezTo>
                    <a:cubicBezTo>
                      <a:pt x="3266" y="23302"/>
                      <a:pt x="3274" y="23293"/>
                      <a:pt x="3292" y="23284"/>
                    </a:cubicBezTo>
                    <a:cubicBezTo>
                      <a:pt x="3319" y="23266"/>
                      <a:pt x="3319" y="23222"/>
                      <a:pt x="3301" y="23195"/>
                    </a:cubicBezTo>
                    <a:cubicBezTo>
                      <a:pt x="3248" y="23132"/>
                      <a:pt x="3194" y="23061"/>
                      <a:pt x="3141" y="22999"/>
                    </a:cubicBezTo>
                    <a:cubicBezTo>
                      <a:pt x="3125" y="22978"/>
                      <a:pt x="3106" y="22969"/>
                      <a:pt x="3088" y="22969"/>
                    </a:cubicBezTo>
                    <a:close/>
                    <a:moveTo>
                      <a:pt x="25832" y="22456"/>
                    </a:moveTo>
                    <a:cubicBezTo>
                      <a:pt x="25812" y="22456"/>
                      <a:pt x="25793" y="22466"/>
                      <a:pt x="25782" y="22481"/>
                    </a:cubicBezTo>
                    <a:cubicBezTo>
                      <a:pt x="25604" y="22731"/>
                      <a:pt x="25425" y="22972"/>
                      <a:pt x="25238" y="23204"/>
                    </a:cubicBezTo>
                    <a:cubicBezTo>
                      <a:pt x="25211" y="23231"/>
                      <a:pt x="25220" y="23266"/>
                      <a:pt x="25247" y="23293"/>
                    </a:cubicBezTo>
                    <a:cubicBezTo>
                      <a:pt x="25256" y="23302"/>
                      <a:pt x="25274" y="23302"/>
                      <a:pt x="25283" y="23302"/>
                    </a:cubicBezTo>
                    <a:cubicBezTo>
                      <a:pt x="25301" y="23302"/>
                      <a:pt x="25318" y="23293"/>
                      <a:pt x="25336" y="23284"/>
                    </a:cubicBezTo>
                    <a:cubicBezTo>
                      <a:pt x="25524" y="23043"/>
                      <a:pt x="25711" y="22802"/>
                      <a:pt x="25889" y="22561"/>
                    </a:cubicBezTo>
                    <a:cubicBezTo>
                      <a:pt x="25907" y="22526"/>
                      <a:pt x="25898" y="22490"/>
                      <a:pt x="25872" y="22472"/>
                    </a:cubicBezTo>
                    <a:cubicBezTo>
                      <a:pt x="25860" y="22461"/>
                      <a:pt x="25846" y="22456"/>
                      <a:pt x="25832" y="22456"/>
                    </a:cubicBezTo>
                    <a:close/>
                    <a:moveTo>
                      <a:pt x="25121" y="23375"/>
                    </a:moveTo>
                    <a:cubicBezTo>
                      <a:pt x="25103" y="23375"/>
                      <a:pt x="25084" y="23384"/>
                      <a:pt x="25069" y="23400"/>
                    </a:cubicBezTo>
                    <a:cubicBezTo>
                      <a:pt x="24908" y="23596"/>
                      <a:pt x="24730" y="23784"/>
                      <a:pt x="24560" y="23971"/>
                    </a:cubicBezTo>
                    <a:cubicBezTo>
                      <a:pt x="24533" y="23998"/>
                      <a:pt x="24533" y="24042"/>
                      <a:pt x="24560" y="24069"/>
                    </a:cubicBezTo>
                    <a:cubicBezTo>
                      <a:pt x="24569" y="24078"/>
                      <a:pt x="24587" y="24078"/>
                      <a:pt x="24605" y="24078"/>
                    </a:cubicBezTo>
                    <a:cubicBezTo>
                      <a:pt x="24623" y="24078"/>
                      <a:pt x="24640" y="24078"/>
                      <a:pt x="24649" y="24060"/>
                    </a:cubicBezTo>
                    <a:cubicBezTo>
                      <a:pt x="24828" y="23873"/>
                      <a:pt x="24997" y="23677"/>
                      <a:pt x="25167" y="23480"/>
                    </a:cubicBezTo>
                    <a:cubicBezTo>
                      <a:pt x="25194" y="23454"/>
                      <a:pt x="25185" y="23409"/>
                      <a:pt x="25158" y="23391"/>
                    </a:cubicBezTo>
                    <a:cubicBezTo>
                      <a:pt x="25147" y="23380"/>
                      <a:pt x="25134" y="23375"/>
                      <a:pt x="25121" y="23375"/>
                    </a:cubicBezTo>
                    <a:close/>
                    <a:moveTo>
                      <a:pt x="3845" y="23853"/>
                    </a:moveTo>
                    <a:cubicBezTo>
                      <a:pt x="3830" y="23853"/>
                      <a:pt x="3814" y="23859"/>
                      <a:pt x="3801" y="23873"/>
                    </a:cubicBezTo>
                    <a:cubicBezTo>
                      <a:pt x="3774" y="23900"/>
                      <a:pt x="3774" y="23935"/>
                      <a:pt x="3792" y="23962"/>
                    </a:cubicBezTo>
                    <a:cubicBezTo>
                      <a:pt x="3970" y="24158"/>
                      <a:pt x="4158" y="24346"/>
                      <a:pt x="4345" y="24524"/>
                    </a:cubicBezTo>
                    <a:cubicBezTo>
                      <a:pt x="4354" y="24533"/>
                      <a:pt x="4372" y="24542"/>
                      <a:pt x="4390" y="24542"/>
                    </a:cubicBezTo>
                    <a:cubicBezTo>
                      <a:pt x="4399" y="24542"/>
                      <a:pt x="4416" y="24533"/>
                      <a:pt x="4434" y="24524"/>
                    </a:cubicBezTo>
                    <a:cubicBezTo>
                      <a:pt x="4461" y="24497"/>
                      <a:pt x="4452" y="24453"/>
                      <a:pt x="4434" y="24426"/>
                    </a:cubicBezTo>
                    <a:cubicBezTo>
                      <a:pt x="4247" y="24248"/>
                      <a:pt x="4068" y="24069"/>
                      <a:pt x="3890" y="23873"/>
                    </a:cubicBezTo>
                    <a:cubicBezTo>
                      <a:pt x="3877" y="23859"/>
                      <a:pt x="3861" y="23853"/>
                      <a:pt x="3845" y="23853"/>
                    </a:cubicBezTo>
                    <a:close/>
                    <a:moveTo>
                      <a:pt x="23962" y="24593"/>
                    </a:moveTo>
                    <a:cubicBezTo>
                      <a:pt x="23947" y="24593"/>
                      <a:pt x="23931" y="24600"/>
                      <a:pt x="23918" y="24613"/>
                    </a:cubicBezTo>
                    <a:cubicBezTo>
                      <a:pt x="23855" y="24667"/>
                      <a:pt x="23793" y="24729"/>
                      <a:pt x="23730" y="24783"/>
                    </a:cubicBezTo>
                    <a:cubicBezTo>
                      <a:pt x="23704" y="24810"/>
                      <a:pt x="23695" y="24845"/>
                      <a:pt x="23722" y="24872"/>
                    </a:cubicBezTo>
                    <a:cubicBezTo>
                      <a:pt x="23739" y="24890"/>
                      <a:pt x="23748" y="24899"/>
                      <a:pt x="23766" y="24899"/>
                    </a:cubicBezTo>
                    <a:cubicBezTo>
                      <a:pt x="23784" y="24899"/>
                      <a:pt x="23802" y="24890"/>
                      <a:pt x="23811" y="24881"/>
                    </a:cubicBezTo>
                    <a:cubicBezTo>
                      <a:pt x="23873" y="24818"/>
                      <a:pt x="23945" y="24765"/>
                      <a:pt x="24007" y="24703"/>
                    </a:cubicBezTo>
                    <a:cubicBezTo>
                      <a:pt x="24034" y="24676"/>
                      <a:pt x="24034" y="24640"/>
                      <a:pt x="24007" y="24613"/>
                    </a:cubicBezTo>
                    <a:cubicBezTo>
                      <a:pt x="23994" y="24600"/>
                      <a:pt x="23978" y="24593"/>
                      <a:pt x="23962" y="24593"/>
                    </a:cubicBezTo>
                    <a:close/>
                    <a:moveTo>
                      <a:pt x="4578" y="24592"/>
                    </a:moveTo>
                    <a:cubicBezTo>
                      <a:pt x="4558" y="24592"/>
                      <a:pt x="4538" y="24599"/>
                      <a:pt x="4523" y="24613"/>
                    </a:cubicBezTo>
                    <a:cubicBezTo>
                      <a:pt x="4506" y="24631"/>
                      <a:pt x="4506" y="24676"/>
                      <a:pt x="4532" y="24703"/>
                    </a:cubicBezTo>
                    <a:cubicBezTo>
                      <a:pt x="4746" y="24908"/>
                      <a:pt x="4978" y="25104"/>
                      <a:pt x="5210" y="25300"/>
                    </a:cubicBezTo>
                    <a:cubicBezTo>
                      <a:pt x="5228" y="25309"/>
                      <a:pt x="5237" y="25318"/>
                      <a:pt x="5255" y="25318"/>
                    </a:cubicBezTo>
                    <a:cubicBezTo>
                      <a:pt x="5273" y="25318"/>
                      <a:pt x="5291" y="25309"/>
                      <a:pt x="5300" y="25291"/>
                    </a:cubicBezTo>
                    <a:cubicBezTo>
                      <a:pt x="5326" y="25265"/>
                      <a:pt x="5326" y="25220"/>
                      <a:pt x="5291" y="25202"/>
                    </a:cubicBezTo>
                    <a:cubicBezTo>
                      <a:pt x="5068" y="25015"/>
                      <a:pt x="4836" y="24810"/>
                      <a:pt x="4622" y="24604"/>
                    </a:cubicBezTo>
                    <a:cubicBezTo>
                      <a:pt x="4610" y="24596"/>
                      <a:pt x="4594" y="24592"/>
                      <a:pt x="4578" y="24592"/>
                    </a:cubicBezTo>
                    <a:close/>
                    <a:moveTo>
                      <a:pt x="5863" y="25662"/>
                    </a:moveTo>
                    <a:cubicBezTo>
                      <a:pt x="5845" y="25662"/>
                      <a:pt x="5827" y="25669"/>
                      <a:pt x="5817" y="25684"/>
                    </a:cubicBezTo>
                    <a:cubicBezTo>
                      <a:pt x="5790" y="25720"/>
                      <a:pt x="5799" y="25755"/>
                      <a:pt x="5826" y="25782"/>
                    </a:cubicBezTo>
                    <a:cubicBezTo>
                      <a:pt x="5897" y="25827"/>
                      <a:pt x="5969" y="25880"/>
                      <a:pt x="6040" y="25934"/>
                    </a:cubicBezTo>
                    <a:cubicBezTo>
                      <a:pt x="6049" y="25934"/>
                      <a:pt x="6067" y="25943"/>
                      <a:pt x="6076" y="25943"/>
                    </a:cubicBezTo>
                    <a:cubicBezTo>
                      <a:pt x="6094" y="25943"/>
                      <a:pt x="6111" y="25934"/>
                      <a:pt x="6129" y="25916"/>
                    </a:cubicBezTo>
                    <a:cubicBezTo>
                      <a:pt x="6147" y="25889"/>
                      <a:pt x="6138" y="25844"/>
                      <a:pt x="6111" y="25827"/>
                    </a:cubicBezTo>
                    <a:cubicBezTo>
                      <a:pt x="6040" y="25773"/>
                      <a:pt x="5978" y="25728"/>
                      <a:pt x="5906" y="25675"/>
                    </a:cubicBezTo>
                    <a:cubicBezTo>
                      <a:pt x="5894" y="25667"/>
                      <a:pt x="5879" y="25662"/>
                      <a:pt x="5863" y="25662"/>
                    </a:cubicBezTo>
                    <a:close/>
                    <a:moveTo>
                      <a:pt x="23182" y="25270"/>
                    </a:moveTo>
                    <a:cubicBezTo>
                      <a:pt x="23168" y="25270"/>
                      <a:pt x="23154" y="25274"/>
                      <a:pt x="23142" y="25282"/>
                    </a:cubicBezTo>
                    <a:cubicBezTo>
                      <a:pt x="22910" y="25470"/>
                      <a:pt x="22660" y="25657"/>
                      <a:pt x="22419" y="25827"/>
                    </a:cubicBezTo>
                    <a:cubicBezTo>
                      <a:pt x="22392" y="25844"/>
                      <a:pt x="22383" y="25889"/>
                      <a:pt x="22401" y="25916"/>
                    </a:cubicBezTo>
                    <a:cubicBezTo>
                      <a:pt x="22419" y="25934"/>
                      <a:pt x="22437" y="25943"/>
                      <a:pt x="22455" y="25943"/>
                    </a:cubicBezTo>
                    <a:cubicBezTo>
                      <a:pt x="22473" y="25943"/>
                      <a:pt x="22482" y="25943"/>
                      <a:pt x="22490" y="25934"/>
                    </a:cubicBezTo>
                    <a:cubicBezTo>
                      <a:pt x="22740" y="25755"/>
                      <a:pt x="22981" y="25577"/>
                      <a:pt x="23222" y="25381"/>
                    </a:cubicBezTo>
                    <a:cubicBezTo>
                      <a:pt x="23249" y="25363"/>
                      <a:pt x="23249" y="25318"/>
                      <a:pt x="23231" y="25291"/>
                    </a:cubicBezTo>
                    <a:cubicBezTo>
                      <a:pt x="23216" y="25277"/>
                      <a:pt x="23199" y="25270"/>
                      <a:pt x="23182" y="25270"/>
                    </a:cubicBezTo>
                    <a:close/>
                    <a:moveTo>
                      <a:pt x="22246" y="25963"/>
                    </a:moveTo>
                    <a:cubicBezTo>
                      <a:pt x="22233" y="25963"/>
                      <a:pt x="22219" y="25968"/>
                      <a:pt x="22205" y="25978"/>
                    </a:cubicBezTo>
                    <a:cubicBezTo>
                      <a:pt x="21991" y="26121"/>
                      <a:pt x="21777" y="26264"/>
                      <a:pt x="21554" y="26389"/>
                    </a:cubicBezTo>
                    <a:cubicBezTo>
                      <a:pt x="21527" y="26406"/>
                      <a:pt x="21518" y="26451"/>
                      <a:pt x="21536" y="26478"/>
                    </a:cubicBezTo>
                    <a:cubicBezTo>
                      <a:pt x="21545" y="26496"/>
                      <a:pt x="21572" y="26513"/>
                      <a:pt x="21589" y="26513"/>
                    </a:cubicBezTo>
                    <a:cubicBezTo>
                      <a:pt x="21598" y="26513"/>
                      <a:pt x="21616" y="26505"/>
                      <a:pt x="21625" y="26505"/>
                    </a:cubicBezTo>
                    <a:cubicBezTo>
                      <a:pt x="21848" y="26371"/>
                      <a:pt x="22062" y="26228"/>
                      <a:pt x="22276" y="26085"/>
                    </a:cubicBezTo>
                    <a:cubicBezTo>
                      <a:pt x="22312" y="26059"/>
                      <a:pt x="22321" y="26023"/>
                      <a:pt x="22294" y="25996"/>
                    </a:cubicBezTo>
                    <a:cubicBezTo>
                      <a:pt x="22283" y="25974"/>
                      <a:pt x="22266" y="25963"/>
                      <a:pt x="22246" y="25963"/>
                    </a:cubicBezTo>
                    <a:close/>
                    <a:moveTo>
                      <a:pt x="6832" y="26308"/>
                    </a:moveTo>
                    <a:cubicBezTo>
                      <a:pt x="6811" y="26308"/>
                      <a:pt x="6789" y="26320"/>
                      <a:pt x="6772" y="26344"/>
                    </a:cubicBezTo>
                    <a:cubicBezTo>
                      <a:pt x="6754" y="26371"/>
                      <a:pt x="6763" y="26415"/>
                      <a:pt x="6798" y="26433"/>
                    </a:cubicBezTo>
                    <a:cubicBezTo>
                      <a:pt x="7012" y="26567"/>
                      <a:pt x="7244" y="26701"/>
                      <a:pt x="7467" y="26817"/>
                    </a:cubicBezTo>
                    <a:cubicBezTo>
                      <a:pt x="7476" y="26826"/>
                      <a:pt x="7494" y="26826"/>
                      <a:pt x="7503" y="26826"/>
                    </a:cubicBezTo>
                    <a:cubicBezTo>
                      <a:pt x="7521" y="26826"/>
                      <a:pt x="7548" y="26817"/>
                      <a:pt x="7557" y="26790"/>
                    </a:cubicBezTo>
                    <a:cubicBezTo>
                      <a:pt x="7574" y="26763"/>
                      <a:pt x="7566" y="26728"/>
                      <a:pt x="7530" y="26710"/>
                    </a:cubicBezTo>
                    <a:cubicBezTo>
                      <a:pt x="7307" y="26585"/>
                      <a:pt x="7084" y="26451"/>
                      <a:pt x="6861" y="26317"/>
                    </a:cubicBezTo>
                    <a:cubicBezTo>
                      <a:pt x="6852" y="26311"/>
                      <a:pt x="6842" y="26308"/>
                      <a:pt x="6832" y="26308"/>
                    </a:cubicBezTo>
                    <a:close/>
                    <a:moveTo>
                      <a:pt x="20804" y="26826"/>
                    </a:moveTo>
                    <a:cubicBezTo>
                      <a:pt x="20792" y="26826"/>
                      <a:pt x="20781" y="26829"/>
                      <a:pt x="20769" y="26835"/>
                    </a:cubicBezTo>
                    <a:cubicBezTo>
                      <a:pt x="20697" y="26870"/>
                      <a:pt x="20617" y="26915"/>
                      <a:pt x="20537" y="26951"/>
                    </a:cubicBezTo>
                    <a:cubicBezTo>
                      <a:pt x="20510" y="26968"/>
                      <a:pt x="20492" y="27004"/>
                      <a:pt x="20510" y="27031"/>
                    </a:cubicBezTo>
                    <a:cubicBezTo>
                      <a:pt x="20519" y="27058"/>
                      <a:pt x="20546" y="27067"/>
                      <a:pt x="20572" y="27067"/>
                    </a:cubicBezTo>
                    <a:lnTo>
                      <a:pt x="20599" y="27067"/>
                    </a:lnTo>
                    <a:cubicBezTo>
                      <a:pt x="20671" y="27022"/>
                      <a:pt x="20751" y="26986"/>
                      <a:pt x="20831" y="26951"/>
                    </a:cubicBezTo>
                    <a:cubicBezTo>
                      <a:pt x="20858" y="26933"/>
                      <a:pt x="20876" y="26888"/>
                      <a:pt x="20858" y="26861"/>
                    </a:cubicBezTo>
                    <a:cubicBezTo>
                      <a:pt x="20846" y="26838"/>
                      <a:pt x="20826" y="26826"/>
                      <a:pt x="20804" y="26826"/>
                    </a:cubicBezTo>
                    <a:close/>
                    <a:moveTo>
                      <a:pt x="7732" y="26819"/>
                    </a:moveTo>
                    <a:cubicBezTo>
                      <a:pt x="7708" y="26819"/>
                      <a:pt x="7685" y="26833"/>
                      <a:pt x="7673" y="26852"/>
                    </a:cubicBezTo>
                    <a:cubicBezTo>
                      <a:pt x="7655" y="26888"/>
                      <a:pt x="7664" y="26924"/>
                      <a:pt x="7699" y="26942"/>
                    </a:cubicBezTo>
                    <a:cubicBezTo>
                      <a:pt x="7967" y="27084"/>
                      <a:pt x="8244" y="27209"/>
                      <a:pt x="8520" y="27334"/>
                    </a:cubicBezTo>
                    <a:cubicBezTo>
                      <a:pt x="8529" y="27334"/>
                      <a:pt x="8538" y="27343"/>
                      <a:pt x="8547" y="27343"/>
                    </a:cubicBezTo>
                    <a:cubicBezTo>
                      <a:pt x="8565" y="27343"/>
                      <a:pt x="8591" y="27325"/>
                      <a:pt x="8600" y="27299"/>
                    </a:cubicBezTo>
                    <a:cubicBezTo>
                      <a:pt x="8618" y="27272"/>
                      <a:pt x="8600" y="27227"/>
                      <a:pt x="8574" y="27218"/>
                    </a:cubicBezTo>
                    <a:cubicBezTo>
                      <a:pt x="8297" y="27093"/>
                      <a:pt x="8020" y="26968"/>
                      <a:pt x="7762" y="26826"/>
                    </a:cubicBezTo>
                    <a:cubicBezTo>
                      <a:pt x="7752" y="26821"/>
                      <a:pt x="7742" y="26819"/>
                      <a:pt x="7732" y="26819"/>
                    </a:cubicBezTo>
                    <a:close/>
                    <a:moveTo>
                      <a:pt x="9259" y="27506"/>
                    </a:moveTo>
                    <a:cubicBezTo>
                      <a:pt x="9234" y="27506"/>
                      <a:pt x="9211" y="27522"/>
                      <a:pt x="9198" y="27548"/>
                    </a:cubicBezTo>
                    <a:cubicBezTo>
                      <a:pt x="9189" y="27575"/>
                      <a:pt x="9207" y="27620"/>
                      <a:pt x="9243" y="27629"/>
                    </a:cubicBezTo>
                    <a:cubicBezTo>
                      <a:pt x="9323" y="27655"/>
                      <a:pt x="9403" y="27691"/>
                      <a:pt x="9484" y="27718"/>
                    </a:cubicBezTo>
                    <a:lnTo>
                      <a:pt x="9501" y="27718"/>
                    </a:lnTo>
                    <a:cubicBezTo>
                      <a:pt x="9528" y="27718"/>
                      <a:pt x="9555" y="27709"/>
                      <a:pt x="9564" y="27682"/>
                    </a:cubicBezTo>
                    <a:cubicBezTo>
                      <a:pt x="9573" y="27646"/>
                      <a:pt x="9555" y="27611"/>
                      <a:pt x="9528" y="27593"/>
                    </a:cubicBezTo>
                    <a:cubicBezTo>
                      <a:pt x="9448" y="27566"/>
                      <a:pt x="9368" y="27539"/>
                      <a:pt x="9287" y="27513"/>
                    </a:cubicBezTo>
                    <a:cubicBezTo>
                      <a:pt x="9278" y="27508"/>
                      <a:pt x="9268" y="27506"/>
                      <a:pt x="9259" y="27506"/>
                    </a:cubicBezTo>
                    <a:close/>
                    <a:moveTo>
                      <a:pt x="19861" y="27269"/>
                    </a:moveTo>
                    <a:cubicBezTo>
                      <a:pt x="19854" y="27269"/>
                      <a:pt x="19847" y="27270"/>
                      <a:pt x="19841" y="27272"/>
                    </a:cubicBezTo>
                    <a:cubicBezTo>
                      <a:pt x="19564" y="27388"/>
                      <a:pt x="19279" y="27504"/>
                      <a:pt x="18993" y="27602"/>
                    </a:cubicBezTo>
                    <a:cubicBezTo>
                      <a:pt x="18967" y="27611"/>
                      <a:pt x="18949" y="27646"/>
                      <a:pt x="18958" y="27682"/>
                    </a:cubicBezTo>
                    <a:cubicBezTo>
                      <a:pt x="18967" y="27709"/>
                      <a:pt x="18993" y="27727"/>
                      <a:pt x="19020" y="27727"/>
                    </a:cubicBezTo>
                    <a:lnTo>
                      <a:pt x="19038" y="27727"/>
                    </a:lnTo>
                    <a:cubicBezTo>
                      <a:pt x="19323" y="27620"/>
                      <a:pt x="19609" y="27513"/>
                      <a:pt x="19885" y="27388"/>
                    </a:cubicBezTo>
                    <a:cubicBezTo>
                      <a:pt x="19921" y="27379"/>
                      <a:pt x="19939" y="27343"/>
                      <a:pt x="19921" y="27307"/>
                    </a:cubicBezTo>
                    <a:cubicBezTo>
                      <a:pt x="19908" y="27280"/>
                      <a:pt x="19883" y="27269"/>
                      <a:pt x="19861" y="27269"/>
                    </a:cubicBezTo>
                    <a:close/>
                    <a:moveTo>
                      <a:pt x="18771" y="27680"/>
                    </a:moveTo>
                    <a:cubicBezTo>
                      <a:pt x="18765" y="27680"/>
                      <a:pt x="18759" y="27681"/>
                      <a:pt x="18753" y="27682"/>
                    </a:cubicBezTo>
                    <a:cubicBezTo>
                      <a:pt x="18512" y="27771"/>
                      <a:pt x="18262" y="27843"/>
                      <a:pt x="18012" y="27914"/>
                    </a:cubicBezTo>
                    <a:cubicBezTo>
                      <a:pt x="17976" y="27923"/>
                      <a:pt x="17959" y="27959"/>
                      <a:pt x="17967" y="27985"/>
                    </a:cubicBezTo>
                    <a:cubicBezTo>
                      <a:pt x="17976" y="28021"/>
                      <a:pt x="18003" y="28039"/>
                      <a:pt x="18030" y="28039"/>
                    </a:cubicBezTo>
                    <a:lnTo>
                      <a:pt x="18048" y="28039"/>
                    </a:lnTo>
                    <a:cubicBezTo>
                      <a:pt x="18298" y="27968"/>
                      <a:pt x="18547" y="27887"/>
                      <a:pt x="18797" y="27807"/>
                    </a:cubicBezTo>
                    <a:cubicBezTo>
                      <a:pt x="18824" y="27798"/>
                      <a:pt x="18842" y="27762"/>
                      <a:pt x="18833" y="27727"/>
                    </a:cubicBezTo>
                    <a:cubicBezTo>
                      <a:pt x="18825" y="27697"/>
                      <a:pt x="18800" y="27680"/>
                      <a:pt x="18771" y="27680"/>
                    </a:cubicBezTo>
                    <a:close/>
                    <a:moveTo>
                      <a:pt x="10366" y="27867"/>
                    </a:moveTo>
                    <a:cubicBezTo>
                      <a:pt x="10337" y="27867"/>
                      <a:pt x="10312" y="27885"/>
                      <a:pt x="10304" y="27914"/>
                    </a:cubicBezTo>
                    <a:cubicBezTo>
                      <a:pt x="10295" y="27950"/>
                      <a:pt x="10313" y="27985"/>
                      <a:pt x="10349" y="27994"/>
                    </a:cubicBezTo>
                    <a:cubicBezTo>
                      <a:pt x="10599" y="28066"/>
                      <a:pt x="10848" y="28128"/>
                      <a:pt x="11107" y="28191"/>
                    </a:cubicBezTo>
                    <a:lnTo>
                      <a:pt x="11116" y="28191"/>
                    </a:lnTo>
                    <a:cubicBezTo>
                      <a:pt x="11143" y="28191"/>
                      <a:pt x="11170" y="28173"/>
                      <a:pt x="11179" y="28137"/>
                    </a:cubicBezTo>
                    <a:cubicBezTo>
                      <a:pt x="11187" y="28101"/>
                      <a:pt x="11170" y="28075"/>
                      <a:pt x="11134" y="28066"/>
                    </a:cubicBezTo>
                    <a:cubicBezTo>
                      <a:pt x="10884" y="28003"/>
                      <a:pt x="10625" y="27941"/>
                      <a:pt x="10385" y="27869"/>
                    </a:cubicBezTo>
                    <a:cubicBezTo>
                      <a:pt x="10378" y="27868"/>
                      <a:pt x="10372" y="27867"/>
                      <a:pt x="10366" y="27867"/>
                    </a:cubicBezTo>
                    <a:close/>
                    <a:moveTo>
                      <a:pt x="17152" y="28118"/>
                    </a:moveTo>
                    <a:cubicBezTo>
                      <a:pt x="17147" y="28118"/>
                      <a:pt x="17142" y="28118"/>
                      <a:pt x="17138" y="28119"/>
                    </a:cubicBezTo>
                    <a:cubicBezTo>
                      <a:pt x="17058" y="28137"/>
                      <a:pt x="16968" y="28155"/>
                      <a:pt x="16888" y="28173"/>
                    </a:cubicBezTo>
                    <a:cubicBezTo>
                      <a:pt x="16852" y="28173"/>
                      <a:pt x="16826" y="28208"/>
                      <a:pt x="16834" y="28244"/>
                    </a:cubicBezTo>
                    <a:cubicBezTo>
                      <a:pt x="16834" y="28280"/>
                      <a:pt x="16870" y="28298"/>
                      <a:pt x="16897" y="28298"/>
                    </a:cubicBezTo>
                    <a:lnTo>
                      <a:pt x="16906" y="28298"/>
                    </a:lnTo>
                    <a:cubicBezTo>
                      <a:pt x="16995" y="28280"/>
                      <a:pt x="17075" y="28262"/>
                      <a:pt x="17165" y="28244"/>
                    </a:cubicBezTo>
                    <a:cubicBezTo>
                      <a:pt x="17200" y="28235"/>
                      <a:pt x="17218" y="28208"/>
                      <a:pt x="17209" y="28173"/>
                    </a:cubicBezTo>
                    <a:cubicBezTo>
                      <a:pt x="17209" y="28142"/>
                      <a:pt x="17182" y="28118"/>
                      <a:pt x="17152" y="28118"/>
                    </a:cubicBezTo>
                    <a:close/>
                    <a:moveTo>
                      <a:pt x="11365" y="28117"/>
                    </a:moveTo>
                    <a:cubicBezTo>
                      <a:pt x="11337" y="28117"/>
                      <a:pt x="11311" y="28134"/>
                      <a:pt x="11303" y="28164"/>
                    </a:cubicBezTo>
                    <a:cubicBezTo>
                      <a:pt x="11303" y="28200"/>
                      <a:pt x="11321" y="28235"/>
                      <a:pt x="11357" y="28244"/>
                    </a:cubicBezTo>
                    <a:cubicBezTo>
                      <a:pt x="11651" y="28307"/>
                      <a:pt x="11955" y="28360"/>
                      <a:pt x="12249" y="28396"/>
                    </a:cubicBezTo>
                    <a:lnTo>
                      <a:pt x="12258" y="28396"/>
                    </a:lnTo>
                    <a:cubicBezTo>
                      <a:pt x="12294" y="28396"/>
                      <a:pt x="12320" y="28378"/>
                      <a:pt x="12329" y="28342"/>
                    </a:cubicBezTo>
                    <a:cubicBezTo>
                      <a:pt x="12329" y="28307"/>
                      <a:pt x="12303" y="28280"/>
                      <a:pt x="12267" y="28271"/>
                    </a:cubicBezTo>
                    <a:cubicBezTo>
                      <a:pt x="11973" y="28226"/>
                      <a:pt x="11678" y="28182"/>
                      <a:pt x="11384" y="28119"/>
                    </a:cubicBezTo>
                    <a:cubicBezTo>
                      <a:pt x="11378" y="28118"/>
                      <a:pt x="11371" y="28117"/>
                      <a:pt x="11365" y="28117"/>
                    </a:cubicBezTo>
                    <a:close/>
                    <a:moveTo>
                      <a:pt x="13029" y="28358"/>
                    </a:moveTo>
                    <a:cubicBezTo>
                      <a:pt x="12999" y="28358"/>
                      <a:pt x="12972" y="28383"/>
                      <a:pt x="12972" y="28414"/>
                    </a:cubicBezTo>
                    <a:cubicBezTo>
                      <a:pt x="12963" y="28449"/>
                      <a:pt x="12990" y="28485"/>
                      <a:pt x="13025" y="28485"/>
                    </a:cubicBezTo>
                    <a:cubicBezTo>
                      <a:pt x="13114" y="28494"/>
                      <a:pt x="13204" y="28503"/>
                      <a:pt x="13284" y="28503"/>
                    </a:cubicBezTo>
                    <a:lnTo>
                      <a:pt x="13293" y="28503"/>
                    </a:lnTo>
                    <a:cubicBezTo>
                      <a:pt x="13329" y="28503"/>
                      <a:pt x="13355" y="28485"/>
                      <a:pt x="13355" y="28449"/>
                    </a:cubicBezTo>
                    <a:cubicBezTo>
                      <a:pt x="13355" y="28414"/>
                      <a:pt x="13329" y="28378"/>
                      <a:pt x="13293" y="28378"/>
                    </a:cubicBezTo>
                    <a:cubicBezTo>
                      <a:pt x="13213" y="28369"/>
                      <a:pt x="13123" y="28369"/>
                      <a:pt x="13043" y="28360"/>
                    </a:cubicBezTo>
                    <a:cubicBezTo>
                      <a:pt x="13038" y="28359"/>
                      <a:pt x="13034" y="28358"/>
                      <a:pt x="13029" y="28358"/>
                    </a:cubicBezTo>
                    <a:close/>
                    <a:moveTo>
                      <a:pt x="16121" y="28289"/>
                    </a:moveTo>
                    <a:cubicBezTo>
                      <a:pt x="15826" y="28333"/>
                      <a:pt x="15523" y="28360"/>
                      <a:pt x="15229" y="28378"/>
                    </a:cubicBezTo>
                    <a:cubicBezTo>
                      <a:pt x="15193" y="28378"/>
                      <a:pt x="15166" y="28414"/>
                      <a:pt x="15166" y="28449"/>
                    </a:cubicBezTo>
                    <a:cubicBezTo>
                      <a:pt x="15166" y="28485"/>
                      <a:pt x="15193" y="28512"/>
                      <a:pt x="15229" y="28512"/>
                    </a:cubicBezTo>
                    <a:lnTo>
                      <a:pt x="15238" y="28512"/>
                    </a:lnTo>
                    <a:cubicBezTo>
                      <a:pt x="15532" y="28485"/>
                      <a:pt x="15844" y="28458"/>
                      <a:pt x="16139" y="28423"/>
                    </a:cubicBezTo>
                    <a:cubicBezTo>
                      <a:pt x="16174" y="28414"/>
                      <a:pt x="16201" y="28378"/>
                      <a:pt x="16192" y="28351"/>
                    </a:cubicBezTo>
                    <a:cubicBezTo>
                      <a:pt x="16192" y="28316"/>
                      <a:pt x="16156" y="28289"/>
                      <a:pt x="16121" y="28289"/>
                    </a:cubicBezTo>
                    <a:close/>
                    <a:moveTo>
                      <a:pt x="14970" y="28396"/>
                    </a:moveTo>
                    <a:cubicBezTo>
                      <a:pt x="14738" y="28405"/>
                      <a:pt x="14506" y="28414"/>
                      <a:pt x="14265" y="28414"/>
                    </a:cubicBezTo>
                    <a:lnTo>
                      <a:pt x="14194" y="28414"/>
                    </a:lnTo>
                    <a:cubicBezTo>
                      <a:pt x="14158" y="28414"/>
                      <a:pt x="14131" y="28440"/>
                      <a:pt x="14131" y="28476"/>
                    </a:cubicBezTo>
                    <a:cubicBezTo>
                      <a:pt x="14131" y="28512"/>
                      <a:pt x="14158" y="28539"/>
                      <a:pt x="14194" y="28539"/>
                    </a:cubicBezTo>
                    <a:lnTo>
                      <a:pt x="14265" y="28539"/>
                    </a:lnTo>
                    <a:cubicBezTo>
                      <a:pt x="14506" y="28539"/>
                      <a:pt x="14738" y="28539"/>
                      <a:pt x="14970" y="28521"/>
                    </a:cubicBezTo>
                    <a:cubicBezTo>
                      <a:pt x="15006" y="28521"/>
                      <a:pt x="15041" y="28494"/>
                      <a:pt x="15032" y="28458"/>
                    </a:cubicBezTo>
                    <a:cubicBezTo>
                      <a:pt x="15032" y="28423"/>
                      <a:pt x="15006" y="28396"/>
                      <a:pt x="14970" y="283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15" name="Google Shape;115;p1"/>
          <p:cNvSpPr/>
          <p:nvPr/>
        </p:nvSpPr>
        <p:spPr>
          <a:xfrm>
            <a:off x="2381400" y="571680"/>
            <a:ext cx="6048000" cy="171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Taller de simulación de sistemas</a:t>
            </a:r>
            <a:endParaRPr b="0" i="0" sz="45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3905280" y="3467160"/>
            <a:ext cx="4524120" cy="121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Estudiante: Fabio Andres Salguero Velazco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589530" y="2210630"/>
            <a:ext cx="81912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Transformada Inversa Aplicada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547930" y="2761545"/>
            <a:ext cx="8191200" cy="15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Es un método matemático que toma la función de probabilidad acumulada $F(x)$ de una variable, la iguala a un número al azar $R$ (entre 0 y 1), y despeja directamente la variable de interés mediante la ecuación:</a:t>
            </a:r>
            <a:endParaRPr b="0" i="0" sz="148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505400" y="1114525"/>
            <a:ext cx="777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una técnica que se aplica cuando la función de probabilidad original f(x) es muy compleja, "rompiéndola" o dividiéndola geométricamente en una mezcla de varias subáreas más sencillas (como A_1, A_2, A_3).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547930" y="580980"/>
            <a:ext cx="81912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Método de Composicion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Distribucion </a:t>
            </a:r>
            <a:r>
              <a:rPr b="0" i="0" lang="en-US" sz="204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Triangu</a:t>
            </a:r>
            <a:r>
              <a:rPr lang="en-US" sz="2040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lar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76280" y="1238400"/>
            <a:ext cx="819108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Para una triangular (a,b,c) existe un algoritmo simple basado en un umbral que determina el tramo ascendente o descendente. Generar R ~ U(0,1); si R ≤ (b−a)/(c−a) entonces x = a + sqrt((c−a)(b−a)·R), de lo contrario x = c − sqrt((c−a)(c−b)·(1−R)). Este procedimiento se aplicó a variables AF y AC y a flujos e inflación en el proyecto.</a:t>
            </a:r>
            <a:endParaRPr b="0" i="0" sz="148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31" name="Google Shape;13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8925" y="2671379"/>
            <a:ext cx="3649225" cy="220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476280" y="1866960"/>
            <a:ext cx="2495160" cy="2800080"/>
          </a:xfrm>
          <a:prstGeom prst="roundRect">
            <a:avLst>
              <a:gd fmla="val 16667" name="adj"/>
            </a:avLst>
          </a:prstGeom>
          <a:solidFill>
            <a:srgbClr val="B6B6B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200400" y="1866960"/>
            <a:ext cx="2495160" cy="2800080"/>
          </a:xfrm>
          <a:prstGeom prst="roundRect">
            <a:avLst>
              <a:gd fmla="val 16667" name="adj"/>
            </a:avLst>
          </a:prstGeom>
          <a:solidFill>
            <a:srgbClr val="B6B6B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924520" y="1866960"/>
            <a:ext cx="2495160" cy="2800080"/>
          </a:xfrm>
          <a:prstGeom prst="roundRect">
            <a:avLst>
              <a:gd fmla="val 16667" name="adj"/>
            </a:avLst>
          </a:prstGeom>
          <a:solidFill>
            <a:srgbClr val="B6B6B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1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Método Trapezoidal</a:t>
            </a:r>
            <a:endParaRPr b="0" i="0" sz="221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76280" y="1238400"/>
            <a:ext cx="249516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  <a:endParaRPr b="0" i="0" sz="2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66720" y="2133720"/>
            <a:ext cx="211428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Regiones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66720" y="2666880"/>
            <a:ext cx="2114280" cy="106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Calcular las probabilidades de las tres regiones: triángulo izquierdo, rectángulo central y triángulo derecho.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200400" y="1238400"/>
            <a:ext cx="249516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  <a:endParaRPr b="0" i="0" sz="2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390840" y="2133720"/>
            <a:ext cx="211428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Selección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390840" y="2666880"/>
            <a:ext cx="211428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Generar un valor R en [0,1] y ubicar la región según las probabilidades acumuladas.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924520" y="1238400"/>
            <a:ext cx="249516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2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114960" y="2133720"/>
            <a:ext cx="211428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Transformada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114960" y="2666880"/>
            <a:ext cx="2114280" cy="106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Aplicar la transformada inversa dentro de la región elegida (usar la recta de ese subintervalo para obtener la muestra).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49" name="Google Shape;14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6760" y="143300"/>
            <a:ext cx="2910190" cy="106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43876633_1_13"/>
          <p:cNvSpPr txBox="1"/>
          <p:nvPr>
            <p:ph type="title"/>
          </p:nvPr>
        </p:nvSpPr>
        <p:spPr>
          <a:xfrm>
            <a:off x="3328155" y="103645"/>
            <a:ext cx="29994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Graficos - parte 1</a:t>
            </a:r>
            <a:endParaRPr/>
          </a:p>
        </p:txBody>
      </p:sp>
      <p:pic>
        <p:nvPicPr>
          <p:cNvPr id="155" name="Google Shape;155;g3fa43876633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373" y="721775"/>
            <a:ext cx="31539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fa43876633_1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2963" y="797173"/>
            <a:ext cx="2528549" cy="15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fa43876633_1_13"/>
          <p:cNvPicPr preferRelativeResize="0"/>
          <p:nvPr/>
        </p:nvPicPr>
        <p:blipFill rotWithShape="1">
          <a:blip r:embed="rId5">
            <a:alphaModFix/>
          </a:blip>
          <a:srcRect b="0" l="0" r="0" t="19775"/>
          <a:stretch/>
        </p:blipFill>
        <p:spPr>
          <a:xfrm>
            <a:off x="465725" y="3016600"/>
            <a:ext cx="4080574" cy="1593450"/>
          </a:xfrm>
          <a:prstGeom prst="rect">
            <a:avLst/>
          </a:prstGeom>
          <a:noFill/>
          <a:ln cap="flat" cmpd="sng">
            <a:solidFill>
              <a:srgbClr val="2F2B2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58" name="Google Shape;158;g3fa43876633_1_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6500" y="2875600"/>
            <a:ext cx="4214275" cy="1734450"/>
          </a:xfrm>
          <a:prstGeom prst="rect">
            <a:avLst/>
          </a:prstGeom>
          <a:noFill/>
          <a:ln cap="flat" cmpd="sng">
            <a:solidFill>
              <a:srgbClr val="2F2B2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Equivalencia Excel–Java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76280" y="1333440"/>
            <a:ext cx="390492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Lógica implementada en matrices: cada fila = día o corrida; AF simulado con =SI(R&lt;=p; fórmula de raíz; otra fórmula), flujos e inflación con condiciones análogas; se usa =TIR() para cada corrida.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762440" y="1333440"/>
            <a:ext cx="390492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Núcleo lógico idéntico: función generarTriangular(a,b,c,R) y método numérico de bisección para TIR; ejecuciones masivas que replican las corridas individuales.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76280" y="4381560"/>
            <a:ext cx="819108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La validación por pruebas de escritorio cruzadas garantiza consistencia entre plataformas para cada corrida.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4952880" y="343080"/>
            <a:ext cx="3714480" cy="1294920"/>
          </a:xfrm>
          <a:prstGeom prst="roundRect">
            <a:avLst>
              <a:gd fmla="val 16667" name="adj"/>
            </a:avLst>
          </a:prstGeom>
          <a:solidFill>
            <a:srgbClr val="B6B6B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952880" y="1847880"/>
            <a:ext cx="3714480" cy="1294920"/>
          </a:xfrm>
          <a:prstGeom prst="roundRect">
            <a:avLst>
              <a:gd fmla="val 16667" name="adj"/>
            </a:avLst>
          </a:prstGeom>
          <a:solidFill>
            <a:srgbClr val="B6B6B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952880" y="3352680"/>
            <a:ext cx="3714480" cy="1294920"/>
          </a:xfrm>
          <a:prstGeom prst="roundRect">
            <a:avLst>
              <a:gd fmla="val 16667" name="adj"/>
            </a:avLst>
          </a:prstGeom>
          <a:solidFill>
            <a:srgbClr val="B6B6B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76280" y="380880"/>
            <a:ext cx="361908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TIR vs TREMA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80930" y="1053825"/>
            <a:ext cx="36192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1,000 corridas muestran que la probabilidad de superar TREMA (15%) es nula; una corrida de ejemplo arroja TIR 8.40%, por debajo del umbral.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219640" y="380880"/>
            <a:ext cx="3180960" cy="7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0%</a:t>
            </a:r>
            <a:endParaRPr b="0" i="0" sz="3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219640" y="990720"/>
            <a:ext cx="31809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Probabilidad de superar TREMA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219640" y="1886040"/>
            <a:ext cx="3180960" cy="7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8.40%</a:t>
            </a:r>
            <a:endParaRPr b="0" i="0" sz="3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219640" y="2495520"/>
            <a:ext cx="31809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TIR de la corrida de ejemplo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219640" y="3390840"/>
            <a:ext cx="3180960" cy="7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1,000</a:t>
            </a:r>
            <a:endParaRPr b="0" i="0" sz="3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219640" y="4000680"/>
            <a:ext cx="31809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Corridas simuladas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82" name="Google Shape;18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625" y="2691350"/>
            <a:ext cx="4340275" cy="21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Costos y variación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76280" y="1428840"/>
            <a:ext cx="23810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N=10, Continuo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048120" y="1428840"/>
            <a:ext cx="2571480" cy="70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Costo total anual; desviación respecto al simulado +0.11% (1,404,778.00)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619725" y="1428850"/>
            <a:ext cx="30480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$1,403,236</a:t>
            </a:r>
            <a:endParaRPr b="0" i="0" sz="3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76280" y="2238480"/>
            <a:ext cx="23810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N=11, Continuo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048120" y="2238480"/>
            <a:ext cx="2571480" cy="70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Costo total anual; desviación respecto al simulado −1.06% (1,368,772.00)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619600" y="2238475"/>
            <a:ext cx="30480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$1,383,461</a:t>
            </a:r>
            <a:endParaRPr b="0" i="0" sz="3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76280" y="3048120"/>
            <a:ext cx="23810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N=12, Continuo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048120" y="3048120"/>
            <a:ext cx="2571480" cy="70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Costo total anual; desviación respecto al simulado +1.08% (1,394,157.00)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517800" y="3048125"/>
            <a:ext cx="31497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$1,379,259</a:t>
            </a:r>
            <a:endParaRPr b="0" i="0" sz="3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76280" y="3857760"/>
            <a:ext cx="23810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Interpretación general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048120" y="3857760"/>
            <a:ext cx="2571480" cy="106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Desviaciones &lt; 1.5% validan convergencia entre modelos y justifican selección operativa (11 o 12 camiones) según tolerancia al riesgo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810400" y="3857760"/>
            <a:ext cx="28572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—</a:t>
            </a:r>
            <a:endParaRPr b="0" i="0" sz="3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a43876633_1_23"/>
          <p:cNvSpPr txBox="1"/>
          <p:nvPr>
            <p:ph type="title"/>
          </p:nvPr>
        </p:nvSpPr>
        <p:spPr>
          <a:xfrm>
            <a:off x="4222155" y="437395"/>
            <a:ext cx="29994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</a:t>
            </a:r>
            <a:r>
              <a:rPr lang="en-US"/>
              <a:t>á</a:t>
            </a:r>
            <a:r>
              <a:rPr lang="en-US"/>
              <a:t>ficos</a:t>
            </a:r>
            <a:endParaRPr/>
          </a:p>
        </p:txBody>
      </p:sp>
      <p:pic>
        <p:nvPicPr>
          <p:cNvPr id="205" name="Google Shape;205;g3fa43876633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800" y="825875"/>
            <a:ext cx="4376026" cy="1916850"/>
          </a:xfrm>
          <a:prstGeom prst="rect">
            <a:avLst/>
          </a:prstGeom>
          <a:noFill/>
          <a:ln cap="flat" cmpd="sng">
            <a:solidFill>
              <a:srgbClr val="2F2B2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06" name="Google Shape;206;g3fa43876633_1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7300" y="2854000"/>
            <a:ext cx="4444124" cy="20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191919"/>
                </a:solidFill>
                <a:latin typeface="Space Mono"/>
                <a:ea typeface="Space Mono"/>
                <a:cs typeface="Space Mono"/>
                <a:sym typeface="Space Mono"/>
              </a:rPr>
              <a:t>Conclusión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76280" y="1238400"/>
            <a:ext cx="8191080" cy="15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Archivo"/>
                <a:ea typeface="Archivo"/>
                <a:cs typeface="Archivo"/>
                <a:sym typeface="Archivo"/>
              </a:rPr>
              <a:t>Los métodos matemáticos presentados—Transformada Inversa y Composición para distribuciones trapezoidales y triangulares—demuestran solidez en escenarios complejos. Las implementaciones en Excel y Java, probadas con escritorio, respaldan decisiones bajo incertidumbre. Aplicaciones clave: evaluación estocástica de inversión y optimización de flota confirman la validez de la lógica y esperan su adopt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a43876633_1_0"/>
          <p:cNvSpPr txBox="1"/>
          <p:nvPr>
            <p:ph type="title"/>
          </p:nvPr>
        </p:nvSpPr>
        <p:spPr>
          <a:xfrm>
            <a:off x="3071873" y="598366"/>
            <a:ext cx="4441500" cy="80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GRACIAS</a:t>
            </a:r>
            <a:endParaRPr sz="5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chanic Gear Aesthetic Project Proposal by Slidesgo">
  <a:themeElements>
    <a:clrScheme name="Simple Light">
      <a:dk1>
        <a:srgbClr val="191919"/>
      </a:dk1>
      <a:lt1>
        <a:srgbClr val="E6E6E6"/>
      </a:lt1>
      <a:dk2>
        <a:srgbClr val="CACACA"/>
      </a:dk2>
      <a:lt2>
        <a:srgbClr val="B6B6B6"/>
      </a:lt2>
      <a:accent1>
        <a:srgbClr val="747474"/>
      </a:accent1>
      <a:accent2>
        <a:srgbClr val="4E4E4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74747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chanic Gear Aesthetic Project Proposal by Slidesgo">
  <a:themeElements>
    <a:clrScheme name="Simple Light">
      <a:dk1>
        <a:srgbClr val="191919"/>
      </a:dk1>
      <a:lt1>
        <a:srgbClr val="E6E6E6"/>
      </a:lt1>
      <a:dk2>
        <a:srgbClr val="CACACA"/>
      </a:dk2>
      <a:lt2>
        <a:srgbClr val="B6B6B6"/>
      </a:lt2>
      <a:accent1>
        <a:srgbClr val="747474"/>
      </a:accent1>
      <a:accent2>
        <a:srgbClr val="4E4E4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74747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2026-09-07T04:52:11Z</dcterms:created>
  <dc:creator>Slidesgo AI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9.0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a2afb64f-4f38-405a-9f1b-afd985812383</vt:lpwstr>
  </property>
</Properties>
</file>